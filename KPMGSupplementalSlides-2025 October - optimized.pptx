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3.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4"/>
  </p:sldMasterIdLst>
  <p:notesMasterIdLst>
    <p:notesMasterId r:id="rId7"/>
  </p:notesMasterIdLst>
  <p:handoutMasterIdLst>
    <p:handoutMasterId r:id="rId8"/>
  </p:handoutMasterIdLst>
  <p:sldIdLst>
    <p:sldId id="686" r:id="rId5"/>
    <p:sldId id="469" r:id="rId6"/>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61CE143-A2EF-4250-80AD-6C7EAF691D6D}">
          <p14:sldIdLst>
            <p14:sldId id="686"/>
            <p14:sldId id="469"/>
          </p14:sldIdLst>
        </p14:section>
      </p14:sectionLst>
    </p:ext>
    <p:ext uri="{EFAFB233-063F-42B5-8137-9DF3F51BA10A}">
      <p15:sldGuideLst xmlns:p15="http://schemas.microsoft.com/office/powerpoint/2012/main">
        <p15:guide id="1" pos="937" userDrawn="1">
          <p15:clr>
            <a:srgbClr val="A4A3A4"/>
          </p15:clr>
        </p15:guide>
        <p15:guide id="2" orient="horz" pos="16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ite, Catherine" initials="WC" lastIdx="18" clrIdx="0">
    <p:extLst>
      <p:ext uri="{19B8F6BF-5375-455C-9EA6-DF929625EA0E}">
        <p15:presenceInfo xmlns:p15="http://schemas.microsoft.com/office/powerpoint/2012/main" userId="S::cjwhite@kpmg.ca::0dea3d63-dcad-4748-a310-11ef28cac8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E2FF"/>
    <a:srgbClr val="ACEAFF"/>
    <a:srgbClr val="0C233C"/>
    <a:srgbClr val="63EBDA"/>
    <a:srgbClr val="E5E5E5"/>
    <a:srgbClr val="B2B2B2"/>
    <a:srgbClr val="989898"/>
    <a:srgbClr val="666666"/>
    <a:srgbClr val="33333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055" autoAdjust="0"/>
    <p:restoredTop sz="96056" autoAdjust="0"/>
  </p:normalViewPr>
  <p:slideViewPr>
    <p:cSldViewPr snapToGrid="0" showGuides="1">
      <p:cViewPr varScale="1">
        <p:scale>
          <a:sx n="152" d="100"/>
          <a:sy n="152" d="100"/>
        </p:scale>
        <p:origin x="120" y="1036"/>
      </p:cViewPr>
      <p:guideLst>
        <p:guide pos="937"/>
        <p:guide orient="horz" pos="1616"/>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0"/>
    </p:cViewPr>
  </p:sorterViewPr>
  <p:notesViewPr>
    <p:cSldViewPr snapToGrid="0" showGuides="1">
      <p:cViewPr varScale="1">
        <p:scale>
          <a:sx n="77" d="100"/>
          <a:sy n="77" d="100"/>
        </p:scale>
        <p:origin x="2412"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tags" Target="tags/tag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ynarik, Paul" userId="0a8f2512-6286-4f87-9067-b29d082149a9" providerId="ADAL" clId="{11A8CF92-41AC-48CE-A13C-AC65A8949D26}"/>
    <pc:docChg chg="undo custSel delSld modSld modMainMaster modSection">
      <pc:chgData name="Mynarik, Paul" userId="0a8f2512-6286-4f87-9067-b29d082149a9" providerId="ADAL" clId="{11A8CF92-41AC-48CE-A13C-AC65A8949D26}" dt="2026-06-12T09:41:31.311" v="65" actId="47"/>
      <pc:docMkLst>
        <pc:docMk/>
      </pc:docMkLst>
      <pc:sldChg chg="del">
        <pc:chgData name="Mynarik, Paul" userId="0a8f2512-6286-4f87-9067-b29d082149a9" providerId="ADAL" clId="{11A8CF92-41AC-48CE-A13C-AC65A8949D26}" dt="2026-06-12T09:41:31.311" v="65" actId="47"/>
        <pc:sldMkLst>
          <pc:docMk/>
          <pc:sldMk cId="438289615" sldId="256"/>
        </pc:sldMkLst>
      </pc:sldChg>
      <pc:sldChg chg="del">
        <pc:chgData name="Mynarik, Paul" userId="0a8f2512-6286-4f87-9067-b29d082149a9" providerId="ADAL" clId="{11A8CF92-41AC-48CE-A13C-AC65A8949D26}" dt="2026-06-12T09:41:31.311" v="65" actId="47"/>
        <pc:sldMkLst>
          <pc:docMk/>
          <pc:sldMk cId="1829249107" sldId="332"/>
        </pc:sldMkLst>
      </pc:sldChg>
      <pc:sldChg chg="del">
        <pc:chgData name="Mynarik, Paul" userId="0a8f2512-6286-4f87-9067-b29d082149a9" providerId="ADAL" clId="{11A8CF92-41AC-48CE-A13C-AC65A8949D26}" dt="2026-06-12T09:41:31.311" v="65" actId="47"/>
        <pc:sldMkLst>
          <pc:docMk/>
          <pc:sldMk cId="2013238907" sldId="477"/>
        </pc:sldMkLst>
      </pc:sldChg>
      <pc:sldChg chg="del">
        <pc:chgData name="Mynarik, Paul" userId="0a8f2512-6286-4f87-9067-b29d082149a9" providerId="ADAL" clId="{11A8CF92-41AC-48CE-A13C-AC65A8949D26}" dt="2026-06-12T09:41:31.311" v="65" actId="47"/>
        <pc:sldMkLst>
          <pc:docMk/>
          <pc:sldMk cId="2984822410" sldId="478"/>
        </pc:sldMkLst>
      </pc:sldChg>
      <pc:sldChg chg="del">
        <pc:chgData name="Mynarik, Paul" userId="0a8f2512-6286-4f87-9067-b29d082149a9" providerId="ADAL" clId="{11A8CF92-41AC-48CE-A13C-AC65A8949D26}" dt="2026-06-12T09:41:31.311" v="65" actId="47"/>
        <pc:sldMkLst>
          <pc:docMk/>
          <pc:sldMk cId="1935969132" sldId="479"/>
        </pc:sldMkLst>
      </pc:sldChg>
      <pc:sldChg chg="del">
        <pc:chgData name="Mynarik, Paul" userId="0a8f2512-6286-4f87-9067-b29d082149a9" providerId="ADAL" clId="{11A8CF92-41AC-48CE-A13C-AC65A8949D26}" dt="2026-06-12T09:41:31.311" v="65" actId="47"/>
        <pc:sldMkLst>
          <pc:docMk/>
          <pc:sldMk cId="3214807540" sldId="480"/>
        </pc:sldMkLst>
      </pc:sldChg>
      <pc:sldChg chg="del">
        <pc:chgData name="Mynarik, Paul" userId="0a8f2512-6286-4f87-9067-b29d082149a9" providerId="ADAL" clId="{11A8CF92-41AC-48CE-A13C-AC65A8949D26}" dt="2026-06-12T09:41:31.311" v="65" actId="47"/>
        <pc:sldMkLst>
          <pc:docMk/>
          <pc:sldMk cId="3574213314" sldId="481"/>
        </pc:sldMkLst>
      </pc:sldChg>
      <pc:sldChg chg="del">
        <pc:chgData name="Mynarik, Paul" userId="0a8f2512-6286-4f87-9067-b29d082149a9" providerId="ADAL" clId="{11A8CF92-41AC-48CE-A13C-AC65A8949D26}" dt="2026-06-12T09:41:31.311" v="65" actId="47"/>
        <pc:sldMkLst>
          <pc:docMk/>
          <pc:sldMk cId="1053372905" sldId="482"/>
        </pc:sldMkLst>
      </pc:sldChg>
      <pc:sldChg chg="del">
        <pc:chgData name="Mynarik, Paul" userId="0a8f2512-6286-4f87-9067-b29d082149a9" providerId="ADAL" clId="{11A8CF92-41AC-48CE-A13C-AC65A8949D26}" dt="2026-06-12T09:41:31.311" v="65" actId="47"/>
        <pc:sldMkLst>
          <pc:docMk/>
          <pc:sldMk cId="1198694769" sldId="483"/>
        </pc:sldMkLst>
      </pc:sldChg>
      <pc:sldChg chg="del">
        <pc:chgData name="Mynarik, Paul" userId="0a8f2512-6286-4f87-9067-b29d082149a9" providerId="ADAL" clId="{11A8CF92-41AC-48CE-A13C-AC65A8949D26}" dt="2026-06-12T09:41:31.311" v="65" actId="47"/>
        <pc:sldMkLst>
          <pc:docMk/>
          <pc:sldMk cId="1608943633" sldId="484"/>
        </pc:sldMkLst>
      </pc:sldChg>
      <pc:sldChg chg="del">
        <pc:chgData name="Mynarik, Paul" userId="0a8f2512-6286-4f87-9067-b29d082149a9" providerId="ADAL" clId="{11A8CF92-41AC-48CE-A13C-AC65A8949D26}" dt="2026-06-12T09:41:31.311" v="65" actId="47"/>
        <pc:sldMkLst>
          <pc:docMk/>
          <pc:sldMk cId="689989546" sldId="485"/>
        </pc:sldMkLst>
      </pc:sldChg>
      <pc:sldChg chg="del">
        <pc:chgData name="Mynarik, Paul" userId="0a8f2512-6286-4f87-9067-b29d082149a9" providerId="ADAL" clId="{11A8CF92-41AC-48CE-A13C-AC65A8949D26}" dt="2026-06-12T09:41:31.311" v="65" actId="47"/>
        <pc:sldMkLst>
          <pc:docMk/>
          <pc:sldMk cId="1130442271" sldId="486"/>
        </pc:sldMkLst>
      </pc:sldChg>
      <pc:sldChg chg="del">
        <pc:chgData name="Mynarik, Paul" userId="0a8f2512-6286-4f87-9067-b29d082149a9" providerId="ADAL" clId="{11A8CF92-41AC-48CE-A13C-AC65A8949D26}" dt="2026-06-12T09:41:31.311" v="65" actId="47"/>
        <pc:sldMkLst>
          <pc:docMk/>
          <pc:sldMk cId="2448152181" sldId="487"/>
        </pc:sldMkLst>
      </pc:sldChg>
      <pc:sldChg chg="del">
        <pc:chgData name="Mynarik, Paul" userId="0a8f2512-6286-4f87-9067-b29d082149a9" providerId="ADAL" clId="{11A8CF92-41AC-48CE-A13C-AC65A8949D26}" dt="2026-06-12T09:41:31.311" v="65" actId="47"/>
        <pc:sldMkLst>
          <pc:docMk/>
          <pc:sldMk cId="4224832923" sldId="488"/>
        </pc:sldMkLst>
      </pc:sldChg>
      <pc:sldChg chg="del">
        <pc:chgData name="Mynarik, Paul" userId="0a8f2512-6286-4f87-9067-b29d082149a9" providerId="ADAL" clId="{11A8CF92-41AC-48CE-A13C-AC65A8949D26}" dt="2026-06-12T09:41:31.311" v="65" actId="47"/>
        <pc:sldMkLst>
          <pc:docMk/>
          <pc:sldMk cId="2738813858" sldId="489"/>
        </pc:sldMkLst>
      </pc:sldChg>
      <pc:sldChg chg="del">
        <pc:chgData name="Mynarik, Paul" userId="0a8f2512-6286-4f87-9067-b29d082149a9" providerId="ADAL" clId="{11A8CF92-41AC-48CE-A13C-AC65A8949D26}" dt="2026-06-12T09:41:31.311" v="65" actId="47"/>
        <pc:sldMkLst>
          <pc:docMk/>
          <pc:sldMk cId="798302187" sldId="490"/>
        </pc:sldMkLst>
      </pc:sldChg>
      <pc:sldChg chg="del">
        <pc:chgData name="Mynarik, Paul" userId="0a8f2512-6286-4f87-9067-b29d082149a9" providerId="ADAL" clId="{11A8CF92-41AC-48CE-A13C-AC65A8949D26}" dt="2026-06-12T09:41:31.311" v="65" actId="47"/>
        <pc:sldMkLst>
          <pc:docMk/>
          <pc:sldMk cId="2375430909" sldId="491"/>
        </pc:sldMkLst>
      </pc:sldChg>
      <pc:sldChg chg="del">
        <pc:chgData name="Mynarik, Paul" userId="0a8f2512-6286-4f87-9067-b29d082149a9" providerId="ADAL" clId="{11A8CF92-41AC-48CE-A13C-AC65A8949D26}" dt="2026-06-12T09:41:31.311" v="65" actId="47"/>
        <pc:sldMkLst>
          <pc:docMk/>
          <pc:sldMk cId="2910117992" sldId="492"/>
        </pc:sldMkLst>
      </pc:sldChg>
      <pc:sldChg chg="del">
        <pc:chgData name="Mynarik, Paul" userId="0a8f2512-6286-4f87-9067-b29d082149a9" providerId="ADAL" clId="{11A8CF92-41AC-48CE-A13C-AC65A8949D26}" dt="2026-06-12T09:41:31.311" v="65" actId="47"/>
        <pc:sldMkLst>
          <pc:docMk/>
          <pc:sldMk cId="2404216849" sldId="493"/>
        </pc:sldMkLst>
      </pc:sldChg>
      <pc:sldChg chg="del">
        <pc:chgData name="Mynarik, Paul" userId="0a8f2512-6286-4f87-9067-b29d082149a9" providerId="ADAL" clId="{11A8CF92-41AC-48CE-A13C-AC65A8949D26}" dt="2026-06-12T09:41:31.311" v="65" actId="47"/>
        <pc:sldMkLst>
          <pc:docMk/>
          <pc:sldMk cId="170351219" sldId="494"/>
        </pc:sldMkLst>
      </pc:sldChg>
      <pc:sldChg chg="del">
        <pc:chgData name="Mynarik, Paul" userId="0a8f2512-6286-4f87-9067-b29d082149a9" providerId="ADAL" clId="{11A8CF92-41AC-48CE-A13C-AC65A8949D26}" dt="2026-06-12T09:41:31.311" v="65" actId="47"/>
        <pc:sldMkLst>
          <pc:docMk/>
          <pc:sldMk cId="2757829390" sldId="495"/>
        </pc:sldMkLst>
      </pc:sldChg>
      <pc:sldChg chg="del">
        <pc:chgData name="Mynarik, Paul" userId="0a8f2512-6286-4f87-9067-b29d082149a9" providerId="ADAL" clId="{11A8CF92-41AC-48CE-A13C-AC65A8949D26}" dt="2026-06-12T09:41:31.311" v="65" actId="47"/>
        <pc:sldMkLst>
          <pc:docMk/>
          <pc:sldMk cId="1162990729" sldId="496"/>
        </pc:sldMkLst>
      </pc:sldChg>
      <pc:sldChg chg="del">
        <pc:chgData name="Mynarik, Paul" userId="0a8f2512-6286-4f87-9067-b29d082149a9" providerId="ADAL" clId="{11A8CF92-41AC-48CE-A13C-AC65A8949D26}" dt="2026-06-12T09:41:31.311" v="65" actId="47"/>
        <pc:sldMkLst>
          <pc:docMk/>
          <pc:sldMk cId="797428571" sldId="497"/>
        </pc:sldMkLst>
      </pc:sldChg>
      <pc:sldChg chg="del">
        <pc:chgData name="Mynarik, Paul" userId="0a8f2512-6286-4f87-9067-b29d082149a9" providerId="ADAL" clId="{11A8CF92-41AC-48CE-A13C-AC65A8949D26}" dt="2026-06-12T09:41:31.311" v="65" actId="47"/>
        <pc:sldMkLst>
          <pc:docMk/>
          <pc:sldMk cId="1273070282" sldId="498"/>
        </pc:sldMkLst>
      </pc:sldChg>
      <pc:sldChg chg="del">
        <pc:chgData name="Mynarik, Paul" userId="0a8f2512-6286-4f87-9067-b29d082149a9" providerId="ADAL" clId="{11A8CF92-41AC-48CE-A13C-AC65A8949D26}" dt="2026-06-12T09:41:31.311" v="65" actId="47"/>
        <pc:sldMkLst>
          <pc:docMk/>
          <pc:sldMk cId="111371522" sldId="499"/>
        </pc:sldMkLst>
      </pc:sldChg>
      <pc:sldChg chg="del">
        <pc:chgData name="Mynarik, Paul" userId="0a8f2512-6286-4f87-9067-b29d082149a9" providerId="ADAL" clId="{11A8CF92-41AC-48CE-A13C-AC65A8949D26}" dt="2026-06-12T09:41:31.311" v="65" actId="47"/>
        <pc:sldMkLst>
          <pc:docMk/>
          <pc:sldMk cId="461608833" sldId="500"/>
        </pc:sldMkLst>
      </pc:sldChg>
      <pc:sldChg chg="del">
        <pc:chgData name="Mynarik, Paul" userId="0a8f2512-6286-4f87-9067-b29d082149a9" providerId="ADAL" clId="{11A8CF92-41AC-48CE-A13C-AC65A8949D26}" dt="2026-06-12T09:41:31.311" v="65" actId="47"/>
        <pc:sldMkLst>
          <pc:docMk/>
          <pc:sldMk cId="1997186769" sldId="501"/>
        </pc:sldMkLst>
      </pc:sldChg>
      <pc:sldChg chg="del">
        <pc:chgData name="Mynarik, Paul" userId="0a8f2512-6286-4f87-9067-b29d082149a9" providerId="ADAL" clId="{11A8CF92-41AC-48CE-A13C-AC65A8949D26}" dt="2026-06-12T09:41:31.311" v="65" actId="47"/>
        <pc:sldMkLst>
          <pc:docMk/>
          <pc:sldMk cId="4242277309" sldId="502"/>
        </pc:sldMkLst>
      </pc:sldChg>
      <pc:sldChg chg="del">
        <pc:chgData name="Mynarik, Paul" userId="0a8f2512-6286-4f87-9067-b29d082149a9" providerId="ADAL" clId="{11A8CF92-41AC-48CE-A13C-AC65A8949D26}" dt="2026-06-12T09:41:31.311" v="65" actId="47"/>
        <pc:sldMkLst>
          <pc:docMk/>
          <pc:sldMk cId="180700808" sldId="503"/>
        </pc:sldMkLst>
      </pc:sldChg>
      <pc:sldChg chg="del">
        <pc:chgData name="Mynarik, Paul" userId="0a8f2512-6286-4f87-9067-b29d082149a9" providerId="ADAL" clId="{11A8CF92-41AC-48CE-A13C-AC65A8949D26}" dt="2026-06-12T09:41:31.311" v="65" actId="47"/>
        <pc:sldMkLst>
          <pc:docMk/>
          <pc:sldMk cId="2011673579" sldId="504"/>
        </pc:sldMkLst>
      </pc:sldChg>
      <pc:sldChg chg="del">
        <pc:chgData name="Mynarik, Paul" userId="0a8f2512-6286-4f87-9067-b29d082149a9" providerId="ADAL" clId="{11A8CF92-41AC-48CE-A13C-AC65A8949D26}" dt="2026-06-12T09:41:31.311" v="65" actId="47"/>
        <pc:sldMkLst>
          <pc:docMk/>
          <pc:sldMk cId="2961281717" sldId="505"/>
        </pc:sldMkLst>
      </pc:sldChg>
      <pc:sldChg chg="del">
        <pc:chgData name="Mynarik, Paul" userId="0a8f2512-6286-4f87-9067-b29d082149a9" providerId="ADAL" clId="{11A8CF92-41AC-48CE-A13C-AC65A8949D26}" dt="2026-06-12T09:41:31.311" v="65" actId="47"/>
        <pc:sldMkLst>
          <pc:docMk/>
          <pc:sldMk cId="2725126463" sldId="506"/>
        </pc:sldMkLst>
      </pc:sldChg>
      <pc:sldChg chg="del">
        <pc:chgData name="Mynarik, Paul" userId="0a8f2512-6286-4f87-9067-b29d082149a9" providerId="ADAL" clId="{11A8CF92-41AC-48CE-A13C-AC65A8949D26}" dt="2026-06-12T09:41:31.311" v="65" actId="47"/>
        <pc:sldMkLst>
          <pc:docMk/>
          <pc:sldMk cId="4132857875" sldId="507"/>
        </pc:sldMkLst>
      </pc:sldChg>
      <pc:sldChg chg="del">
        <pc:chgData name="Mynarik, Paul" userId="0a8f2512-6286-4f87-9067-b29d082149a9" providerId="ADAL" clId="{11A8CF92-41AC-48CE-A13C-AC65A8949D26}" dt="2026-06-12T09:41:31.311" v="65" actId="47"/>
        <pc:sldMkLst>
          <pc:docMk/>
          <pc:sldMk cId="1629299980" sldId="508"/>
        </pc:sldMkLst>
      </pc:sldChg>
      <pc:sldChg chg="del">
        <pc:chgData name="Mynarik, Paul" userId="0a8f2512-6286-4f87-9067-b29d082149a9" providerId="ADAL" clId="{11A8CF92-41AC-48CE-A13C-AC65A8949D26}" dt="2026-06-12T09:41:31.311" v="65" actId="47"/>
        <pc:sldMkLst>
          <pc:docMk/>
          <pc:sldMk cId="1687315373" sldId="509"/>
        </pc:sldMkLst>
      </pc:sldChg>
      <pc:sldChg chg="del">
        <pc:chgData name="Mynarik, Paul" userId="0a8f2512-6286-4f87-9067-b29d082149a9" providerId="ADAL" clId="{11A8CF92-41AC-48CE-A13C-AC65A8949D26}" dt="2026-06-12T09:41:31.311" v="65" actId="47"/>
        <pc:sldMkLst>
          <pc:docMk/>
          <pc:sldMk cId="2466711311" sldId="510"/>
        </pc:sldMkLst>
      </pc:sldChg>
      <pc:sldChg chg="del">
        <pc:chgData name="Mynarik, Paul" userId="0a8f2512-6286-4f87-9067-b29d082149a9" providerId="ADAL" clId="{11A8CF92-41AC-48CE-A13C-AC65A8949D26}" dt="2026-06-12T09:41:31.311" v="65" actId="47"/>
        <pc:sldMkLst>
          <pc:docMk/>
          <pc:sldMk cId="1656556984" sldId="511"/>
        </pc:sldMkLst>
      </pc:sldChg>
      <pc:sldChg chg="del">
        <pc:chgData name="Mynarik, Paul" userId="0a8f2512-6286-4f87-9067-b29d082149a9" providerId="ADAL" clId="{11A8CF92-41AC-48CE-A13C-AC65A8949D26}" dt="2026-06-12T09:41:31.311" v="65" actId="47"/>
        <pc:sldMkLst>
          <pc:docMk/>
          <pc:sldMk cId="3022860275" sldId="512"/>
        </pc:sldMkLst>
      </pc:sldChg>
      <pc:sldChg chg="del">
        <pc:chgData name="Mynarik, Paul" userId="0a8f2512-6286-4f87-9067-b29d082149a9" providerId="ADAL" clId="{11A8CF92-41AC-48CE-A13C-AC65A8949D26}" dt="2026-06-12T09:41:31.311" v="65" actId="47"/>
        <pc:sldMkLst>
          <pc:docMk/>
          <pc:sldMk cId="1913924135" sldId="513"/>
        </pc:sldMkLst>
      </pc:sldChg>
      <pc:sldChg chg="del">
        <pc:chgData name="Mynarik, Paul" userId="0a8f2512-6286-4f87-9067-b29d082149a9" providerId="ADAL" clId="{11A8CF92-41AC-48CE-A13C-AC65A8949D26}" dt="2026-06-12T09:41:31.311" v="65" actId="47"/>
        <pc:sldMkLst>
          <pc:docMk/>
          <pc:sldMk cId="1941317798" sldId="514"/>
        </pc:sldMkLst>
      </pc:sldChg>
      <pc:sldChg chg="del">
        <pc:chgData name="Mynarik, Paul" userId="0a8f2512-6286-4f87-9067-b29d082149a9" providerId="ADAL" clId="{11A8CF92-41AC-48CE-A13C-AC65A8949D26}" dt="2026-06-12T09:41:31.311" v="65" actId="47"/>
        <pc:sldMkLst>
          <pc:docMk/>
          <pc:sldMk cId="4231769928" sldId="515"/>
        </pc:sldMkLst>
      </pc:sldChg>
      <pc:sldChg chg="del">
        <pc:chgData name="Mynarik, Paul" userId="0a8f2512-6286-4f87-9067-b29d082149a9" providerId="ADAL" clId="{11A8CF92-41AC-48CE-A13C-AC65A8949D26}" dt="2026-06-12T09:41:31.311" v="65" actId="47"/>
        <pc:sldMkLst>
          <pc:docMk/>
          <pc:sldMk cId="984403008" sldId="516"/>
        </pc:sldMkLst>
      </pc:sldChg>
      <pc:sldChg chg="del">
        <pc:chgData name="Mynarik, Paul" userId="0a8f2512-6286-4f87-9067-b29d082149a9" providerId="ADAL" clId="{11A8CF92-41AC-48CE-A13C-AC65A8949D26}" dt="2026-06-12T09:41:31.311" v="65" actId="47"/>
        <pc:sldMkLst>
          <pc:docMk/>
          <pc:sldMk cId="1832384369" sldId="517"/>
        </pc:sldMkLst>
      </pc:sldChg>
      <pc:sldChg chg="del">
        <pc:chgData name="Mynarik, Paul" userId="0a8f2512-6286-4f87-9067-b29d082149a9" providerId="ADAL" clId="{11A8CF92-41AC-48CE-A13C-AC65A8949D26}" dt="2026-06-12T09:41:31.311" v="65" actId="47"/>
        <pc:sldMkLst>
          <pc:docMk/>
          <pc:sldMk cId="275373176" sldId="518"/>
        </pc:sldMkLst>
      </pc:sldChg>
      <pc:sldChg chg="del">
        <pc:chgData name="Mynarik, Paul" userId="0a8f2512-6286-4f87-9067-b29d082149a9" providerId="ADAL" clId="{11A8CF92-41AC-48CE-A13C-AC65A8949D26}" dt="2026-06-12T09:41:31.311" v="65" actId="47"/>
        <pc:sldMkLst>
          <pc:docMk/>
          <pc:sldMk cId="1968230400" sldId="519"/>
        </pc:sldMkLst>
      </pc:sldChg>
      <pc:sldChg chg="del">
        <pc:chgData name="Mynarik, Paul" userId="0a8f2512-6286-4f87-9067-b29d082149a9" providerId="ADAL" clId="{11A8CF92-41AC-48CE-A13C-AC65A8949D26}" dt="2026-06-12T09:41:31.311" v="65" actId="47"/>
        <pc:sldMkLst>
          <pc:docMk/>
          <pc:sldMk cId="788882967" sldId="520"/>
        </pc:sldMkLst>
      </pc:sldChg>
      <pc:sldChg chg="del">
        <pc:chgData name="Mynarik, Paul" userId="0a8f2512-6286-4f87-9067-b29d082149a9" providerId="ADAL" clId="{11A8CF92-41AC-48CE-A13C-AC65A8949D26}" dt="2026-06-12T09:41:31.311" v="65" actId="47"/>
        <pc:sldMkLst>
          <pc:docMk/>
          <pc:sldMk cId="596084353" sldId="521"/>
        </pc:sldMkLst>
      </pc:sldChg>
      <pc:sldChg chg="del">
        <pc:chgData name="Mynarik, Paul" userId="0a8f2512-6286-4f87-9067-b29d082149a9" providerId="ADAL" clId="{11A8CF92-41AC-48CE-A13C-AC65A8949D26}" dt="2026-06-12T09:41:31.311" v="65" actId="47"/>
        <pc:sldMkLst>
          <pc:docMk/>
          <pc:sldMk cId="460769993" sldId="522"/>
        </pc:sldMkLst>
      </pc:sldChg>
      <pc:sldChg chg="del">
        <pc:chgData name="Mynarik, Paul" userId="0a8f2512-6286-4f87-9067-b29d082149a9" providerId="ADAL" clId="{11A8CF92-41AC-48CE-A13C-AC65A8949D26}" dt="2026-06-12T09:41:31.311" v="65" actId="47"/>
        <pc:sldMkLst>
          <pc:docMk/>
          <pc:sldMk cId="3499769113" sldId="523"/>
        </pc:sldMkLst>
      </pc:sldChg>
      <pc:sldChg chg="del">
        <pc:chgData name="Mynarik, Paul" userId="0a8f2512-6286-4f87-9067-b29d082149a9" providerId="ADAL" clId="{11A8CF92-41AC-48CE-A13C-AC65A8949D26}" dt="2026-06-12T09:41:31.311" v="65" actId="47"/>
        <pc:sldMkLst>
          <pc:docMk/>
          <pc:sldMk cId="2370286726" sldId="524"/>
        </pc:sldMkLst>
      </pc:sldChg>
      <pc:sldChg chg="del">
        <pc:chgData name="Mynarik, Paul" userId="0a8f2512-6286-4f87-9067-b29d082149a9" providerId="ADAL" clId="{11A8CF92-41AC-48CE-A13C-AC65A8949D26}" dt="2026-06-12T09:41:31.311" v="65" actId="47"/>
        <pc:sldMkLst>
          <pc:docMk/>
          <pc:sldMk cId="309568535" sldId="525"/>
        </pc:sldMkLst>
      </pc:sldChg>
      <pc:sldChg chg="del">
        <pc:chgData name="Mynarik, Paul" userId="0a8f2512-6286-4f87-9067-b29d082149a9" providerId="ADAL" clId="{11A8CF92-41AC-48CE-A13C-AC65A8949D26}" dt="2026-06-12T09:41:31.311" v="65" actId="47"/>
        <pc:sldMkLst>
          <pc:docMk/>
          <pc:sldMk cId="3211257454" sldId="526"/>
        </pc:sldMkLst>
      </pc:sldChg>
      <pc:sldChg chg="del">
        <pc:chgData name="Mynarik, Paul" userId="0a8f2512-6286-4f87-9067-b29d082149a9" providerId="ADAL" clId="{11A8CF92-41AC-48CE-A13C-AC65A8949D26}" dt="2026-06-12T09:41:31.311" v="65" actId="47"/>
        <pc:sldMkLst>
          <pc:docMk/>
          <pc:sldMk cId="2854834946" sldId="527"/>
        </pc:sldMkLst>
      </pc:sldChg>
      <pc:sldChg chg="del">
        <pc:chgData name="Mynarik, Paul" userId="0a8f2512-6286-4f87-9067-b29d082149a9" providerId="ADAL" clId="{11A8CF92-41AC-48CE-A13C-AC65A8949D26}" dt="2026-06-12T09:41:31.311" v="65" actId="47"/>
        <pc:sldMkLst>
          <pc:docMk/>
          <pc:sldMk cId="4114133800" sldId="528"/>
        </pc:sldMkLst>
      </pc:sldChg>
      <pc:sldChg chg="del">
        <pc:chgData name="Mynarik, Paul" userId="0a8f2512-6286-4f87-9067-b29d082149a9" providerId="ADAL" clId="{11A8CF92-41AC-48CE-A13C-AC65A8949D26}" dt="2026-06-12T09:41:31.311" v="65" actId="47"/>
        <pc:sldMkLst>
          <pc:docMk/>
          <pc:sldMk cId="3338696738" sldId="529"/>
        </pc:sldMkLst>
      </pc:sldChg>
      <pc:sldChg chg="del">
        <pc:chgData name="Mynarik, Paul" userId="0a8f2512-6286-4f87-9067-b29d082149a9" providerId="ADAL" clId="{11A8CF92-41AC-48CE-A13C-AC65A8949D26}" dt="2026-06-12T09:41:31.311" v="65" actId="47"/>
        <pc:sldMkLst>
          <pc:docMk/>
          <pc:sldMk cId="1167759934" sldId="530"/>
        </pc:sldMkLst>
      </pc:sldChg>
      <pc:sldChg chg="del">
        <pc:chgData name="Mynarik, Paul" userId="0a8f2512-6286-4f87-9067-b29d082149a9" providerId="ADAL" clId="{11A8CF92-41AC-48CE-A13C-AC65A8949D26}" dt="2026-06-12T09:41:31.311" v="65" actId="47"/>
        <pc:sldMkLst>
          <pc:docMk/>
          <pc:sldMk cId="3294084135" sldId="531"/>
        </pc:sldMkLst>
      </pc:sldChg>
      <pc:sldChg chg="del">
        <pc:chgData name="Mynarik, Paul" userId="0a8f2512-6286-4f87-9067-b29d082149a9" providerId="ADAL" clId="{11A8CF92-41AC-48CE-A13C-AC65A8949D26}" dt="2026-06-12T09:41:31.311" v="65" actId="47"/>
        <pc:sldMkLst>
          <pc:docMk/>
          <pc:sldMk cId="1767588700" sldId="532"/>
        </pc:sldMkLst>
      </pc:sldChg>
      <pc:sldChg chg="del">
        <pc:chgData name="Mynarik, Paul" userId="0a8f2512-6286-4f87-9067-b29d082149a9" providerId="ADAL" clId="{11A8CF92-41AC-48CE-A13C-AC65A8949D26}" dt="2026-06-12T09:41:31.311" v="65" actId="47"/>
        <pc:sldMkLst>
          <pc:docMk/>
          <pc:sldMk cId="1480448133" sldId="533"/>
        </pc:sldMkLst>
      </pc:sldChg>
      <pc:sldChg chg="del">
        <pc:chgData name="Mynarik, Paul" userId="0a8f2512-6286-4f87-9067-b29d082149a9" providerId="ADAL" clId="{11A8CF92-41AC-48CE-A13C-AC65A8949D26}" dt="2026-06-12T09:41:31.311" v="65" actId="47"/>
        <pc:sldMkLst>
          <pc:docMk/>
          <pc:sldMk cId="3718314372" sldId="534"/>
        </pc:sldMkLst>
      </pc:sldChg>
      <pc:sldChg chg="del">
        <pc:chgData name="Mynarik, Paul" userId="0a8f2512-6286-4f87-9067-b29d082149a9" providerId="ADAL" clId="{11A8CF92-41AC-48CE-A13C-AC65A8949D26}" dt="2026-06-12T09:41:31.311" v="65" actId="47"/>
        <pc:sldMkLst>
          <pc:docMk/>
          <pc:sldMk cId="4082234480" sldId="535"/>
        </pc:sldMkLst>
      </pc:sldChg>
      <pc:sldChg chg="del">
        <pc:chgData name="Mynarik, Paul" userId="0a8f2512-6286-4f87-9067-b29d082149a9" providerId="ADAL" clId="{11A8CF92-41AC-48CE-A13C-AC65A8949D26}" dt="2026-06-12T09:41:31.311" v="65" actId="47"/>
        <pc:sldMkLst>
          <pc:docMk/>
          <pc:sldMk cId="2909311559" sldId="536"/>
        </pc:sldMkLst>
      </pc:sldChg>
      <pc:sldChg chg="del">
        <pc:chgData name="Mynarik, Paul" userId="0a8f2512-6286-4f87-9067-b29d082149a9" providerId="ADAL" clId="{11A8CF92-41AC-48CE-A13C-AC65A8949D26}" dt="2026-06-12T09:41:31.311" v="65" actId="47"/>
        <pc:sldMkLst>
          <pc:docMk/>
          <pc:sldMk cId="924765753" sldId="537"/>
        </pc:sldMkLst>
      </pc:sldChg>
      <pc:sldChg chg="del">
        <pc:chgData name="Mynarik, Paul" userId="0a8f2512-6286-4f87-9067-b29d082149a9" providerId="ADAL" clId="{11A8CF92-41AC-48CE-A13C-AC65A8949D26}" dt="2026-06-12T09:41:31.311" v="65" actId="47"/>
        <pc:sldMkLst>
          <pc:docMk/>
          <pc:sldMk cId="108359242" sldId="538"/>
        </pc:sldMkLst>
      </pc:sldChg>
      <pc:sldChg chg="del">
        <pc:chgData name="Mynarik, Paul" userId="0a8f2512-6286-4f87-9067-b29d082149a9" providerId="ADAL" clId="{11A8CF92-41AC-48CE-A13C-AC65A8949D26}" dt="2026-06-12T09:41:31.311" v="65" actId="47"/>
        <pc:sldMkLst>
          <pc:docMk/>
          <pc:sldMk cId="404681773" sldId="539"/>
        </pc:sldMkLst>
      </pc:sldChg>
      <pc:sldChg chg="del">
        <pc:chgData name="Mynarik, Paul" userId="0a8f2512-6286-4f87-9067-b29d082149a9" providerId="ADAL" clId="{11A8CF92-41AC-48CE-A13C-AC65A8949D26}" dt="2026-06-12T09:41:31.311" v="65" actId="47"/>
        <pc:sldMkLst>
          <pc:docMk/>
          <pc:sldMk cId="2943953405" sldId="540"/>
        </pc:sldMkLst>
      </pc:sldChg>
      <pc:sldChg chg="del">
        <pc:chgData name="Mynarik, Paul" userId="0a8f2512-6286-4f87-9067-b29d082149a9" providerId="ADAL" clId="{11A8CF92-41AC-48CE-A13C-AC65A8949D26}" dt="2026-06-12T09:41:31.311" v="65" actId="47"/>
        <pc:sldMkLst>
          <pc:docMk/>
          <pc:sldMk cId="1418170389" sldId="541"/>
        </pc:sldMkLst>
      </pc:sldChg>
      <pc:sldChg chg="del">
        <pc:chgData name="Mynarik, Paul" userId="0a8f2512-6286-4f87-9067-b29d082149a9" providerId="ADAL" clId="{11A8CF92-41AC-48CE-A13C-AC65A8949D26}" dt="2026-06-12T09:41:31.311" v="65" actId="47"/>
        <pc:sldMkLst>
          <pc:docMk/>
          <pc:sldMk cId="4156489338" sldId="542"/>
        </pc:sldMkLst>
      </pc:sldChg>
      <pc:sldChg chg="del">
        <pc:chgData name="Mynarik, Paul" userId="0a8f2512-6286-4f87-9067-b29d082149a9" providerId="ADAL" clId="{11A8CF92-41AC-48CE-A13C-AC65A8949D26}" dt="2026-06-12T09:41:31.311" v="65" actId="47"/>
        <pc:sldMkLst>
          <pc:docMk/>
          <pc:sldMk cId="4151935294" sldId="543"/>
        </pc:sldMkLst>
      </pc:sldChg>
      <pc:sldChg chg="del">
        <pc:chgData name="Mynarik, Paul" userId="0a8f2512-6286-4f87-9067-b29d082149a9" providerId="ADAL" clId="{11A8CF92-41AC-48CE-A13C-AC65A8949D26}" dt="2026-06-12T09:41:31.311" v="65" actId="47"/>
        <pc:sldMkLst>
          <pc:docMk/>
          <pc:sldMk cId="1228418542" sldId="544"/>
        </pc:sldMkLst>
      </pc:sldChg>
      <pc:sldChg chg="del">
        <pc:chgData name="Mynarik, Paul" userId="0a8f2512-6286-4f87-9067-b29d082149a9" providerId="ADAL" clId="{11A8CF92-41AC-48CE-A13C-AC65A8949D26}" dt="2026-06-12T09:41:31.311" v="65" actId="47"/>
        <pc:sldMkLst>
          <pc:docMk/>
          <pc:sldMk cId="3672739252" sldId="545"/>
        </pc:sldMkLst>
      </pc:sldChg>
      <pc:sldChg chg="del">
        <pc:chgData name="Mynarik, Paul" userId="0a8f2512-6286-4f87-9067-b29d082149a9" providerId="ADAL" clId="{11A8CF92-41AC-48CE-A13C-AC65A8949D26}" dt="2026-06-12T09:41:31.311" v="65" actId="47"/>
        <pc:sldMkLst>
          <pc:docMk/>
          <pc:sldMk cId="286229080" sldId="546"/>
        </pc:sldMkLst>
      </pc:sldChg>
      <pc:sldChg chg="del">
        <pc:chgData name="Mynarik, Paul" userId="0a8f2512-6286-4f87-9067-b29d082149a9" providerId="ADAL" clId="{11A8CF92-41AC-48CE-A13C-AC65A8949D26}" dt="2026-06-12T09:41:31.311" v="65" actId="47"/>
        <pc:sldMkLst>
          <pc:docMk/>
          <pc:sldMk cId="2178978625" sldId="547"/>
        </pc:sldMkLst>
      </pc:sldChg>
      <pc:sldChg chg="del">
        <pc:chgData name="Mynarik, Paul" userId="0a8f2512-6286-4f87-9067-b29d082149a9" providerId="ADAL" clId="{11A8CF92-41AC-48CE-A13C-AC65A8949D26}" dt="2026-06-12T09:41:31.311" v="65" actId="47"/>
        <pc:sldMkLst>
          <pc:docMk/>
          <pc:sldMk cId="1415978108" sldId="548"/>
        </pc:sldMkLst>
      </pc:sldChg>
      <pc:sldChg chg="del">
        <pc:chgData name="Mynarik, Paul" userId="0a8f2512-6286-4f87-9067-b29d082149a9" providerId="ADAL" clId="{11A8CF92-41AC-48CE-A13C-AC65A8949D26}" dt="2026-06-12T09:41:31.311" v="65" actId="47"/>
        <pc:sldMkLst>
          <pc:docMk/>
          <pc:sldMk cId="1515119726" sldId="549"/>
        </pc:sldMkLst>
      </pc:sldChg>
      <pc:sldChg chg="del">
        <pc:chgData name="Mynarik, Paul" userId="0a8f2512-6286-4f87-9067-b29d082149a9" providerId="ADAL" clId="{11A8CF92-41AC-48CE-A13C-AC65A8949D26}" dt="2026-06-12T09:41:31.311" v="65" actId="47"/>
        <pc:sldMkLst>
          <pc:docMk/>
          <pc:sldMk cId="3888106918" sldId="550"/>
        </pc:sldMkLst>
      </pc:sldChg>
      <pc:sldChg chg="del">
        <pc:chgData name="Mynarik, Paul" userId="0a8f2512-6286-4f87-9067-b29d082149a9" providerId="ADAL" clId="{11A8CF92-41AC-48CE-A13C-AC65A8949D26}" dt="2026-06-12T09:41:31.311" v="65" actId="47"/>
        <pc:sldMkLst>
          <pc:docMk/>
          <pc:sldMk cId="4206692013" sldId="551"/>
        </pc:sldMkLst>
      </pc:sldChg>
      <pc:sldChg chg="del">
        <pc:chgData name="Mynarik, Paul" userId="0a8f2512-6286-4f87-9067-b29d082149a9" providerId="ADAL" clId="{11A8CF92-41AC-48CE-A13C-AC65A8949D26}" dt="2026-06-12T09:41:31.311" v="65" actId="47"/>
        <pc:sldMkLst>
          <pc:docMk/>
          <pc:sldMk cId="3115874472" sldId="552"/>
        </pc:sldMkLst>
      </pc:sldChg>
      <pc:sldChg chg="del">
        <pc:chgData name="Mynarik, Paul" userId="0a8f2512-6286-4f87-9067-b29d082149a9" providerId="ADAL" clId="{11A8CF92-41AC-48CE-A13C-AC65A8949D26}" dt="2026-06-12T09:41:31.311" v="65" actId="47"/>
        <pc:sldMkLst>
          <pc:docMk/>
          <pc:sldMk cId="1713545495" sldId="553"/>
        </pc:sldMkLst>
      </pc:sldChg>
      <pc:sldChg chg="del">
        <pc:chgData name="Mynarik, Paul" userId="0a8f2512-6286-4f87-9067-b29d082149a9" providerId="ADAL" clId="{11A8CF92-41AC-48CE-A13C-AC65A8949D26}" dt="2026-06-12T09:41:31.311" v="65" actId="47"/>
        <pc:sldMkLst>
          <pc:docMk/>
          <pc:sldMk cId="456667889" sldId="554"/>
        </pc:sldMkLst>
      </pc:sldChg>
      <pc:sldChg chg="del">
        <pc:chgData name="Mynarik, Paul" userId="0a8f2512-6286-4f87-9067-b29d082149a9" providerId="ADAL" clId="{11A8CF92-41AC-48CE-A13C-AC65A8949D26}" dt="2026-06-12T09:41:31.311" v="65" actId="47"/>
        <pc:sldMkLst>
          <pc:docMk/>
          <pc:sldMk cId="3342111839" sldId="555"/>
        </pc:sldMkLst>
      </pc:sldChg>
      <pc:sldChg chg="del">
        <pc:chgData name="Mynarik, Paul" userId="0a8f2512-6286-4f87-9067-b29d082149a9" providerId="ADAL" clId="{11A8CF92-41AC-48CE-A13C-AC65A8949D26}" dt="2026-06-12T09:41:31.311" v="65" actId="47"/>
        <pc:sldMkLst>
          <pc:docMk/>
          <pc:sldMk cId="2950226576" sldId="556"/>
        </pc:sldMkLst>
      </pc:sldChg>
      <pc:sldChg chg="del">
        <pc:chgData name="Mynarik, Paul" userId="0a8f2512-6286-4f87-9067-b29d082149a9" providerId="ADAL" clId="{11A8CF92-41AC-48CE-A13C-AC65A8949D26}" dt="2026-06-12T09:41:31.311" v="65" actId="47"/>
        <pc:sldMkLst>
          <pc:docMk/>
          <pc:sldMk cId="3557030431" sldId="557"/>
        </pc:sldMkLst>
      </pc:sldChg>
      <pc:sldChg chg="del">
        <pc:chgData name="Mynarik, Paul" userId="0a8f2512-6286-4f87-9067-b29d082149a9" providerId="ADAL" clId="{11A8CF92-41AC-48CE-A13C-AC65A8949D26}" dt="2026-06-12T09:41:31.311" v="65" actId="47"/>
        <pc:sldMkLst>
          <pc:docMk/>
          <pc:sldMk cId="3562748408" sldId="558"/>
        </pc:sldMkLst>
      </pc:sldChg>
      <pc:sldChg chg="del">
        <pc:chgData name="Mynarik, Paul" userId="0a8f2512-6286-4f87-9067-b29d082149a9" providerId="ADAL" clId="{11A8CF92-41AC-48CE-A13C-AC65A8949D26}" dt="2026-06-12T09:41:31.311" v="65" actId="47"/>
        <pc:sldMkLst>
          <pc:docMk/>
          <pc:sldMk cId="3080061144" sldId="559"/>
        </pc:sldMkLst>
      </pc:sldChg>
      <pc:sldChg chg="del">
        <pc:chgData name="Mynarik, Paul" userId="0a8f2512-6286-4f87-9067-b29d082149a9" providerId="ADAL" clId="{11A8CF92-41AC-48CE-A13C-AC65A8949D26}" dt="2026-06-12T09:41:31.311" v="65" actId="47"/>
        <pc:sldMkLst>
          <pc:docMk/>
          <pc:sldMk cId="1304745305" sldId="560"/>
        </pc:sldMkLst>
      </pc:sldChg>
      <pc:sldChg chg="del">
        <pc:chgData name="Mynarik, Paul" userId="0a8f2512-6286-4f87-9067-b29d082149a9" providerId="ADAL" clId="{11A8CF92-41AC-48CE-A13C-AC65A8949D26}" dt="2026-06-12T09:41:31.311" v="65" actId="47"/>
        <pc:sldMkLst>
          <pc:docMk/>
          <pc:sldMk cId="4209064689" sldId="561"/>
        </pc:sldMkLst>
      </pc:sldChg>
      <pc:sldChg chg="del">
        <pc:chgData name="Mynarik, Paul" userId="0a8f2512-6286-4f87-9067-b29d082149a9" providerId="ADAL" clId="{11A8CF92-41AC-48CE-A13C-AC65A8949D26}" dt="2026-06-12T09:41:31.311" v="65" actId="47"/>
        <pc:sldMkLst>
          <pc:docMk/>
          <pc:sldMk cId="4235339639" sldId="562"/>
        </pc:sldMkLst>
      </pc:sldChg>
      <pc:sldChg chg="del">
        <pc:chgData name="Mynarik, Paul" userId="0a8f2512-6286-4f87-9067-b29d082149a9" providerId="ADAL" clId="{11A8CF92-41AC-48CE-A13C-AC65A8949D26}" dt="2026-06-12T09:41:31.311" v="65" actId="47"/>
        <pc:sldMkLst>
          <pc:docMk/>
          <pc:sldMk cId="2459253248" sldId="563"/>
        </pc:sldMkLst>
      </pc:sldChg>
      <pc:sldChg chg="del">
        <pc:chgData name="Mynarik, Paul" userId="0a8f2512-6286-4f87-9067-b29d082149a9" providerId="ADAL" clId="{11A8CF92-41AC-48CE-A13C-AC65A8949D26}" dt="2026-06-12T09:41:31.311" v="65" actId="47"/>
        <pc:sldMkLst>
          <pc:docMk/>
          <pc:sldMk cId="2623275702" sldId="564"/>
        </pc:sldMkLst>
      </pc:sldChg>
      <pc:sldChg chg="del">
        <pc:chgData name="Mynarik, Paul" userId="0a8f2512-6286-4f87-9067-b29d082149a9" providerId="ADAL" clId="{11A8CF92-41AC-48CE-A13C-AC65A8949D26}" dt="2026-06-12T09:41:31.311" v="65" actId="47"/>
        <pc:sldMkLst>
          <pc:docMk/>
          <pc:sldMk cId="3376994752" sldId="565"/>
        </pc:sldMkLst>
      </pc:sldChg>
      <pc:sldChg chg="del">
        <pc:chgData name="Mynarik, Paul" userId="0a8f2512-6286-4f87-9067-b29d082149a9" providerId="ADAL" clId="{11A8CF92-41AC-48CE-A13C-AC65A8949D26}" dt="2026-06-12T09:41:31.311" v="65" actId="47"/>
        <pc:sldMkLst>
          <pc:docMk/>
          <pc:sldMk cId="2612125003" sldId="566"/>
        </pc:sldMkLst>
      </pc:sldChg>
      <pc:sldChg chg="del">
        <pc:chgData name="Mynarik, Paul" userId="0a8f2512-6286-4f87-9067-b29d082149a9" providerId="ADAL" clId="{11A8CF92-41AC-48CE-A13C-AC65A8949D26}" dt="2026-06-12T09:41:31.311" v="65" actId="47"/>
        <pc:sldMkLst>
          <pc:docMk/>
          <pc:sldMk cId="524638634" sldId="567"/>
        </pc:sldMkLst>
      </pc:sldChg>
      <pc:sldChg chg="del">
        <pc:chgData name="Mynarik, Paul" userId="0a8f2512-6286-4f87-9067-b29d082149a9" providerId="ADAL" clId="{11A8CF92-41AC-48CE-A13C-AC65A8949D26}" dt="2026-06-12T09:41:31.311" v="65" actId="47"/>
        <pc:sldMkLst>
          <pc:docMk/>
          <pc:sldMk cId="4240965612" sldId="568"/>
        </pc:sldMkLst>
      </pc:sldChg>
      <pc:sldChg chg="del">
        <pc:chgData name="Mynarik, Paul" userId="0a8f2512-6286-4f87-9067-b29d082149a9" providerId="ADAL" clId="{11A8CF92-41AC-48CE-A13C-AC65A8949D26}" dt="2026-06-12T09:41:31.311" v="65" actId="47"/>
        <pc:sldMkLst>
          <pc:docMk/>
          <pc:sldMk cId="383080216" sldId="569"/>
        </pc:sldMkLst>
      </pc:sldChg>
      <pc:sldChg chg="del">
        <pc:chgData name="Mynarik, Paul" userId="0a8f2512-6286-4f87-9067-b29d082149a9" providerId="ADAL" clId="{11A8CF92-41AC-48CE-A13C-AC65A8949D26}" dt="2026-06-12T09:41:31.311" v="65" actId="47"/>
        <pc:sldMkLst>
          <pc:docMk/>
          <pc:sldMk cId="1342886427" sldId="570"/>
        </pc:sldMkLst>
      </pc:sldChg>
      <pc:sldChg chg="del">
        <pc:chgData name="Mynarik, Paul" userId="0a8f2512-6286-4f87-9067-b29d082149a9" providerId="ADAL" clId="{11A8CF92-41AC-48CE-A13C-AC65A8949D26}" dt="2026-06-12T09:41:31.311" v="65" actId="47"/>
        <pc:sldMkLst>
          <pc:docMk/>
          <pc:sldMk cId="803687746" sldId="571"/>
        </pc:sldMkLst>
      </pc:sldChg>
      <pc:sldChg chg="del">
        <pc:chgData name="Mynarik, Paul" userId="0a8f2512-6286-4f87-9067-b29d082149a9" providerId="ADAL" clId="{11A8CF92-41AC-48CE-A13C-AC65A8949D26}" dt="2026-06-12T09:41:31.311" v="65" actId="47"/>
        <pc:sldMkLst>
          <pc:docMk/>
          <pc:sldMk cId="293165104" sldId="572"/>
        </pc:sldMkLst>
      </pc:sldChg>
      <pc:sldChg chg="del">
        <pc:chgData name="Mynarik, Paul" userId="0a8f2512-6286-4f87-9067-b29d082149a9" providerId="ADAL" clId="{11A8CF92-41AC-48CE-A13C-AC65A8949D26}" dt="2026-06-12T09:41:31.311" v="65" actId="47"/>
        <pc:sldMkLst>
          <pc:docMk/>
          <pc:sldMk cId="1365210548" sldId="573"/>
        </pc:sldMkLst>
      </pc:sldChg>
      <pc:sldChg chg="del">
        <pc:chgData name="Mynarik, Paul" userId="0a8f2512-6286-4f87-9067-b29d082149a9" providerId="ADAL" clId="{11A8CF92-41AC-48CE-A13C-AC65A8949D26}" dt="2026-06-12T09:41:31.311" v="65" actId="47"/>
        <pc:sldMkLst>
          <pc:docMk/>
          <pc:sldMk cId="3959198735" sldId="574"/>
        </pc:sldMkLst>
      </pc:sldChg>
      <pc:sldChg chg="del">
        <pc:chgData name="Mynarik, Paul" userId="0a8f2512-6286-4f87-9067-b29d082149a9" providerId="ADAL" clId="{11A8CF92-41AC-48CE-A13C-AC65A8949D26}" dt="2026-06-12T09:41:31.311" v="65" actId="47"/>
        <pc:sldMkLst>
          <pc:docMk/>
          <pc:sldMk cId="666335086" sldId="575"/>
        </pc:sldMkLst>
      </pc:sldChg>
      <pc:sldChg chg="del">
        <pc:chgData name="Mynarik, Paul" userId="0a8f2512-6286-4f87-9067-b29d082149a9" providerId="ADAL" clId="{11A8CF92-41AC-48CE-A13C-AC65A8949D26}" dt="2026-06-12T09:41:31.311" v="65" actId="47"/>
        <pc:sldMkLst>
          <pc:docMk/>
          <pc:sldMk cId="1078814333" sldId="576"/>
        </pc:sldMkLst>
      </pc:sldChg>
      <pc:sldChg chg="del">
        <pc:chgData name="Mynarik, Paul" userId="0a8f2512-6286-4f87-9067-b29d082149a9" providerId="ADAL" clId="{11A8CF92-41AC-48CE-A13C-AC65A8949D26}" dt="2026-06-12T09:41:31.311" v="65" actId="47"/>
        <pc:sldMkLst>
          <pc:docMk/>
          <pc:sldMk cId="661679785" sldId="577"/>
        </pc:sldMkLst>
      </pc:sldChg>
      <pc:sldChg chg="del">
        <pc:chgData name="Mynarik, Paul" userId="0a8f2512-6286-4f87-9067-b29d082149a9" providerId="ADAL" clId="{11A8CF92-41AC-48CE-A13C-AC65A8949D26}" dt="2026-06-12T09:41:31.311" v="65" actId="47"/>
        <pc:sldMkLst>
          <pc:docMk/>
          <pc:sldMk cId="2957899866" sldId="578"/>
        </pc:sldMkLst>
      </pc:sldChg>
      <pc:sldChg chg="del">
        <pc:chgData name="Mynarik, Paul" userId="0a8f2512-6286-4f87-9067-b29d082149a9" providerId="ADAL" clId="{11A8CF92-41AC-48CE-A13C-AC65A8949D26}" dt="2026-06-12T09:41:31.311" v="65" actId="47"/>
        <pc:sldMkLst>
          <pc:docMk/>
          <pc:sldMk cId="3864756623" sldId="579"/>
        </pc:sldMkLst>
      </pc:sldChg>
      <pc:sldChg chg="del">
        <pc:chgData name="Mynarik, Paul" userId="0a8f2512-6286-4f87-9067-b29d082149a9" providerId="ADAL" clId="{11A8CF92-41AC-48CE-A13C-AC65A8949D26}" dt="2026-06-12T09:41:31.311" v="65" actId="47"/>
        <pc:sldMkLst>
          <pc:docMk/>
          <pc:sldMk cId="323607542" sldId="580"/>
        </pc:sldMkLst>
      </pc:sldChg>
      <pc:sldChg chg="del">
        <pc:chgData name="Mynarik, Paul" userId="0a8f2512-6286-4f87-9067-b29d082149a9" providerId="ADAL" clId="{11A8CF92-41AC-48CE-A13C-AC65A8949D26}" dt="2026-06-12T09:41:31.311" v="65" actId="47"/>
        <pc:sldMkLst>
          <pc:docMk/>
          <pc:sldMk cId="1303348247" sldId="581"/>
        </pc:sldMkLst>
      </pc:sldChg>
      <pc:sldChg chg="del">
        <pc:chgData name="Mynarik, Paul" userId="0a8f2512-6286-4f87-9067-b29d082149a9" providerId="ADAL" clId="{11A8CF92-41AC-48CE-A13C-AC65A8949D26}" dt="2026-06-12T09:41:31.311" v="65" actId="47"/>
        <pc:sldMkLst>
          <pc:docMk/>
          <pc:sldMk cId="2292738083" sldId="582"/>
        </pc:sldMkLst>
      </pc:sldChg>
      <pc:sldChg chg="del">
        <pc:chgData name="Mynarik, Paul" userId="0a8f2512-6286-4f87-9067-b29d082149a9" providerId="ADAL" clId="{11A8CF92-41AC-48CE-A13C-AC65A8949D26}" dt="2026-06-12T09:41:31.311" v="65" actId="47"/>
        <pc:sldMkLst>
          <pc:docMk/>
          <pc:sldMk cId="446441805" sldId="583"/>
        </pc:sldMkLst>
      </pc:sldChg>
      <pc:sldChg chg="del">
        <pc:chgData name="Mynarik, Paul" userId="0a8f2512-6286-4f87-9067-b29d082149a9" providerId="ADAL" clId="{11A8CF92-41AC-48CE-A13C-AC65A8949D26}" dt="2026-06-12T09:41:31.311" v="65" actId="47"/>
        <pc:sldMkLst>
          <pc:docMk/>
          <pc:sldMk cId="2110244069" sldId="584"/>
        </pc:sldMkLst>
      </pc:sldChg>
      <pc:sldChg chg="del">
        <pc:chgData name="Mynarik, Paul" userId="0a8f2512-6286-4f87-9067-b29d082149a9" providerId="ADAL" clId="{11A8CF92-41AC-48CE-A13C-AC65A8949D26}" dt="2026-06-12T09:41:31.311" v="65" actId="47"/>
        <pc:sldMkLst>
          <pc:docMk/>
          <pc:sldMk cId="4154407725" sldId="585"/>
        </pc:sldMkLst>
      </pc:sldChg>
      <pc:sldChg chg="del">
        <pc:chgData name="Mynarik, Paul" userId="0a8f2512-6286-4f87-9067-b29d082149a9" providerId="ADAL" clId="{11A8CF92-41AC-48CE-A13C-AC65A8949D26}" dt="2026-06-12T09:41:31.311" v="65" actId="47"/>
        <pc:sldMkLst>
          <pc:docMk/>
          <pc:sldMk cId="1229236593" sldId="586"/>
        </pc:sldMkLst>
      </pc:sldChg>
      <pc:sldChg chg="del">
        <pc:chgData name="Mynarik, Paul" userId="0a8f2512-6286-4f87-9067-b29d082149a9" providerId="ADAL" clId="{11A8CF92-41AC-48CE-A13C-AC65A8949D26}" dt="2026-06-12T09:41:31.311" v="65" actId="47"/>
        <pc:sldMkLst>
          <pc:docMk/>
          <pc:sldMk cId="3242536817" sldId="587"/>
        </pc:sldMkLst>
      </pc:sldChg>
      <pc:sldChg chg="del">
        <pc:chgData name="Mynarik, Paul" userId="0a8f2512-6286-4f87-9067-b29d082149a9" providerId="ADAL" clId="{11A8CF92-41AC-48CE-A13C-AC65A8949D26}" dt="2026-06-12T09:41:31.311" v="65" actId="47"/>
        <pc:sldMkLst>
          <pc:docMk/>
          <pc:sldMk cId="3875052553" sldId="588"/>
        </pc:sldMkLst>
      </pc:sldChg>
      <pc:sldChg chg="del">
        <pc:chgData name="Mynarik, Paul" userId="0a8f2512-6286-4f87-9067-b29d082149a9" providerId="ADAL" clId="{11A8CF92-41AC-48CE-A13C-AC65A8949D26}" dt="2026-06-12T09:41:31.311" v="65" actId="47"/>
        <pc:sldMkLst>
          <pc:docMk/>
          <pc:sldMk cId="1300039629" sldId="589"/>
        </pc:sldMkLst>
      </pc:sldChg>
      <pc:sldChg chg="del">
        <pc:chgData name="Mynarik, Paul" userId="0a8f2512-6286-4f87-9067-b29d082149a9" providerId="ADAL" clId="{11A8CF92-41AC-48CE-A13C-AC65A8949D26}" dt="2026-06-12T09:41:31.311" v="65" actId="47"/>
        <pc:sldMkLst>
          <pc:docMk/>
          <pc:sldMk cId="1567567350" sldId="590"/>
        </pc:sldMkLst>
      </pc:sldChg>
      <pc:sldChg chg="del">
        <pc:chgData name="Mynarik, Paul" userId="0a8f2512-6286-4f87-9067-b29d082149a9" providerId="ADAL" clId="{11A8CF92-41AC-48CE-A13C-AC65A8949D26}" dt="2026-06-12T09:41:31.311" v="65" actId="47"/>
        <pc:sldMkLst>
          <pc:docMk/>
          <pc:sldMk cId="3824228629" sldId="591"/>
        </pc:sldMkLst>
      </pc:sldChg>
      <pc:sldChg chg="del">
        <pc:chgData name="Mynarik, Paul" userId="0a8f2512-6286-4f87-9067-b29d082149a9" providerId="ADAL" clId="{11A8CF92-41AC-48CE-A13C-AC65A8949D26}" dt="2026-06-12T09:41:31.311" v="65" actId="47"/>
        <pc:sldMkLst>
          <pc:docMk/>
          <pc:sldMk cId="1416501139" sldId="593"/>
        </pc:sldMkLst>
      </pc:sldChg>
      <pc:sldChg chg="del">
        <pc:chgData name="Mynarik, Paul" userId="0a8f2512-6286-4f87-9067-b29d082149a9" providerId="ADAL" clId="{11A8CF92-41AC-48CE-A13C-AC65A8949D26}" dt="2026-06-12T09:41:31.311" v="65" actId="47"/>
        <pc:sldMkLst>
          <pc:docMk/>
          <pc:sldMk cId="1230376001" sldId="594"/>
        </pc:sldMkLst>
      </pc:sldChg>
      <pc:sldChg chg="del">
        <pc:chgData name="Mynarik, Paul" userId="0a8f2512-6286-4f87-9067-b29d082149a9" providerId="ADAL" clId="{11A8CF92-41AC-48CE-A13C-AC65A8949D26}" dt="2026-06-12T09:41:31.311" v="65" actId="47"/>
        <pc:sldMkLst>
          <pc:docMk/>
          <pc:sldMk cId="2000182822" sldId="595"/>
        </pc:sldMkLst>
      </pc:sldChg>
      <pc:sldChg chg="del">
        <pc:chgData name="Mynarik, Paul" userId="0a8f2512-6286-4f87-9067-b29d082149a9" providerId="ADAL" clId="{11A8CF92-41AC-48CE-A13C-AC65A8949D26}" dt="2026-06-12T09:41:31.311" v="65" actId="47"/>
        <pc:sldMkLst>
          <pc:docMk/>
          <pc:sldMk cId="2690105923" sldId="596"/>
        </pc:sldMkLst>
      </pc:sldChg>
      <pc:sldChg chg="del">
        <pc:chgData name="Mynarik, Paul" userId="0a8f2512-6286-4f87-9067-b29d082149a9" providerId="ADAL" clId="{11A8CF92-41AC-48CE-A13C-AC65A8949D26}" dt="2026-06-12T09:41:31.311" v="65" actId="47"/>
        <pc:sldMkLst>
          <pc:docMk/>
          <pc:sldMk cId="1435853923" sldId="597"/>
        </pc:sldMkLst>
      </pc:sldChg>
      <pc:sldChg chg="del">
        <pc:chgData name="Mynarik, Paul" userId="0a8f2512-6286-4f87-9067-b29d082149a9" providerId="ADAL" clId="{11A8CF92-41AC-48CE-A13C-AC65A8949D26}" dt="2026-06-12T09:41:31.311" v="65" actId="47"/>
        <pc:sldMkLst>
          <pc:docMk/>
          <pc:sldMk cId="3797676746" sldId="598"/>
        </pc:sldMkLst>
      </pc:sldChg>
      <pc:sldChg chg="del">
        <pc:chgData name="Mynarik, Paul" userId="0a8f2512-6286-4f87-9067-b29d082149a9" providerId="ADAL" clId="{11A8CF92-41AC-48CE-A13C-AC65A8949D26}" dt="2026-06-12T09:41:31.311" v="65" actId="47"/>
        <pc:sldMkLst>
          <pc:docMk/>
          <pc:sldMk cId="807566912" sldId="599"/>
        </pc:sldMkLst>
      </pc:sldChg>
      <pc:sldChg chg="del">
        <pc:chgData name="Mynarik, Paul" userId="0a8f2512-6286-4f87-9067-b29d082149a9" providerId="ADAL" clId="{11A8CF92-41AC-48CE-A13C-AC65A8949D26}" dt="2026-06-12T09:41:31.311" v="65" actId="47"/>
        <pc:sldMkLst>
          <pc:docMk/>
          <pc:sldMk cId="1979864713" sldId="600"/>
        </pc:sldMkLst>
      </pc:sldChg>
      <pc:sldChg chg="del">
        <pc:chgData name="Mynarik, Paul" userId="0a8f2512-6286-4f87-9067-b29d082149a9" providerId="ADAL" clId="{11A8CF92-41AC-48CE-A13C-AC65A8949D26}" dt="2026-06-12T09:41:31.311" v="65" actId="47"/>
        <pc:sldMkLst>
          <pc:docMk/>
          <pc:sldMk cId="1026785569" sldId="601"/>
        </pc:sldMkLst>
      </pc:sldChg>
      <pc:sldChg chg="del">
        <pc:chgData name="Mynarik, Paul" userId="0a8f2512-6286-4f87-9067-b29d082149a9" providerId="ADAL" clId="{11A8CF92-41AC-48CE-A13C-AC65A8949D26}" dt="2026-06-12T09:41:31.311" v="65" actId="47"/>
        <pc:sldMkLst>
          <pc:docMk/>
          <pc:sldMk cId="2346619145" sldId="602"/>
        </pc:sldMkLst>
      </pc:sldChg>
      <pc:sldChg chg="del">
        <pc:chgData name="Mynarik, Paul" userId="0a8f2512-6286-4f87-9067-b29d082149a9" providerId="ADAL" clId="{11A8CF92-41AC-48CE-A13C-AC65A8949D26}" dt="2026-06-12T09:41:31.311" v="65" actId="47"/>
        <pc:sldMkLst>
          <pc:docMk/>
          <pc:sldMk cId="668375687" sldId="603"/>
        </pc:sldMkLst>
      </pc:sldChg>
      <pc:sldChg chg="del">
        <pc:chgData name="Mynarik, Paul" userId="0a8f2512-6286-4f87-9067-b29d082149a9" providerId="ADAL" clId="{11A8CF92-41AC-48CE-A13C-AC65A8949D26}" dt="2026-06-12T09:41:31.311" v="65" actId="47"/>
        <pc:sldMkLst>
          <pc:docMk/>
          <pc:sldMk cId="2749117871" sldId="604"/>
        </pc:sldMkLst>
      </pc:sldChg>
      <pc:sldChg chg="del">
        <pc:chgData name="Mynarik, Paul" userId="0a8f2512-6286-4f87-9067-b29d082149a9" providerId="ADAL" clId="{11A8CF92-41AC-48CE-A13C-AC65A8949D26}" dt="2026-06-12T09:41:31.311" v="65" actId="47"/>
        <pc:sldMkLst>
          <pc:docMk/>
          <pc:sldMk cId="494371566" sldId="605"/>
        </pc:sldMkLst>
      </pc:sldChg>
      <pc:sldChg chg="del">
        <pc:chgData name="Mynarik, Paul" userId="0a8f2512-6286-4f87-9067-b29d082149a9" providerId="ADAL" clId="{11A8CF92-41AC-48CE-A13C-AC65A8949D26}" dt="2026-06-12T09:41:31.311" v="65" actId="47"/>
        <pc:sldMkLst>
          <pc:docMk/>
          <pc:sldMk cId="3548899160" sldId="606"/>
        </pc:sldMkLst>
      </pc:sldChg>
      <pc:sldChg chg="del">
        <pc:chgData name="Mynarik, Paul" userId="0a8f2512-6286-4f87-9067-b29d082149a9" providerId="ADAL" clId="{11A8CF92-41AC-48CE-A13C-AC65A8949D26}" dt="2026-06-12T09:41:31.311" v="65" actId="47"/>
        <pc:sldMkLst>
          <pc:docMk/>
          <pc:sldMk cId="1011972676" sldId="607"/>
        </pc:sldMkLst>
      </pc:sldChg>
      <pc:sldChg chg="del">
        <pc:chgData name="Mynarik, Paul" userId="0a8f2512-6286-4f87-9067-b29d082149a9" providerId="ADAL" clId="{11A8CF92-41AC-48CE-A13C-AC65A8949D26}" dt="2026-06-12T09:41:31.311" v="65" actId="47"/>
        <pc:sldMkLst>
          <pc:docMk/>
          <pc:sldMk cId="1720442128" sldId="608"/>
        </pc:sldMkLst>
      </pc:sldChg>
      <pc:sldChg chg="del">
        <pc:chgData name="Mynarik, Paul" userId="0a8f2512-6286-4f87-9067-b29d082149a9" providerId="ADAL" clId="{11A8CF92-41AC-48CE-A13C-AC65A8949D26}" dt="2026-06-12T09:41:31.311" v="65" actId="47"/>
        <pc:sldMkLst>
          <pc:docMk/>
          <pc:sldMk cId="2106662890" sldId="609"/>
        </pc:sldMkLst>
      </pc:sldChg>
      <pc:sldChg chg="del">
        <pc:chgData name="Mynarik, Paul" userId="0a8f2512-6286-4f87-9067-b29d082149a9" providerId="ADAL" clId="{11A8CF92-41AC-48CE-A13C-AC65A8949D26}" dt="2026-06-12T09:41:31.311" v="65" actId="47"/>
        <pc:sldMkLst>
          <pc:docMk/>
          <pc:sldMk cId="1171642493" sldId="610"/>
        </pc:sldMkLst>
      </pc:sldChg>
      <pc:sldChg chg="del">
        <pc:chgData name="Mynarik, Paul" userId="0a8f2512-6286-4f87-9067-b29d082149a9" providerId="ADAL" clId="{11A8CF92-41AC-48CE-A13C-AC65A8949D26}" dt="2026-06-12T09:41:31.311" v="65" actId="47"/>
        <pc:sldMkLst>
          <pc:docMk/>
          <pc:sldMk cId="196812193" sldId="611"/>
        </pc:sldMkLst>
      </pc:sldChg>
      <pc:sldChg chg="del">
        <pc:chgData name="Mynarik, Paul" userId="0a8f2512-6286-4f87-9067-b29d082149a9" providerId="ADAL" clId="{11A8CF92-41AC-48CE-A13C-AC65A8949D26}" dt="2026-06-12T09:41:31.311" v="65" actId="47"/>
        <pc:sldMkLst>
          <pc:docMk/>
          <pc:sldMk cId="742894351" sldId="612"/>
        </pc:sldMkLst>
      </pc:sldChg>
      <pc:sldChg chg="del">
        <pc:chgData name="Mynarik, Paul" userId="0a8f2512-6286-4f87-9067-b29d082149a9" providerId="ADAL" clId="{11A8CF92-41AC-48CE-A13C-AC65A8949D26}" dt="2026-06-12T09:41:31.311" v="65" actId="47"/>
        <pc:sldMkLst>
          <pc:docMk/>
          <pc:sldMk cId="2327121148" sldId="613"/>
        </pc:sldMkLst>
      </pc:sldChg>
      <pc:sldChg chg="del">
        <pc:chgData name="Mynarik, Paul" userId="0a8f2512-6286-4f87-9067-b29d082149a9" providerId="ADAL" clId="{11A8CF92-41AC-48CE-A13C-AC65A8949D26}" dt="2026-06-12T09:41:31.311" v="65" actId="47"/>
        <pc:sldMkLst>
          <pc:docMk/>
          <pc:sldMk cId="3261177647" sldId="614"/>
        </pc:sldMkLst>
      </pc:sldChg>
      <pc:sldChg chg="del">
        <pc:chgData name="Mynarik, Paul" userId="0a8f2512-6286-4f87-9067-b29d082149a9" providerId="ADAL" clId="{11A8CF92-41AC-48CE-A13C-AC65A8949D26}" dt="2026-06-12T09:41:31.311" v="65" actId="47"/>
        <pc:sldMkLst>
          <pc:docMk/>
          <pc:sldMk cId="3720187647" sldId="615"/>
        </pc:sldMkLst>
      </pc:sldChg>
      <pc:sldChg chg="del">
        <pc:chgData name="Mynarik, Paul" userId="0a8f2512-6286-4f87-9067-b29d082149a9" providerId="ADAL" clId="{11A8CF92-41AC-48CE-A13C-AC65A8949D26}" dt="2026-06-12T09:41:31.311" v="65" actId="47"/>
        <pc:sldMkLst>
          <pc:docMk/>
          <pc:sldMk cId="2559940428" sldId="616"/>
        </pc:sldMkLst>
      </pc:sldChg>
      <pc:sldChg chg="del">
        <pc:chgData name="Mynarik, Paul" userId="0a8f2512-6286-4f87-9067-b29d082149a9" providerId="ADAL" clId="{11A8CF92-41AC-48CE-A13C-AC65A8949D26}" dt="2026-06-12T09:41:31.311" v="65" actId="47"/>
        <pc:sldMkLst>
          <pc:docMk/>
          <pc:sldMk cId="3027798243" sldId="617"/>
        </pc:sldMkLst>
      </pc:sldChg>
      <pc:sldChg chg="del">
        <pc:chgData name="Mynarik, Paul" userId="0a8f2512-6286-4f87-9067-b29d082149a9" providerId="ADAL" clId="{11A8CF92-41AC-48CE-A13C-AC65A8949D26}" dt="2026-06-12T09:41:31.311" v="65" actId="47"/>
        <pc:sldMkLst>
          <pc:docMk/>
          <pc:sldMk cId="2071871665" sldId="618"/>
        </pc:sldMkLst>
      </pc:sldChg>
      <pc:sldChg chg="del">
        <pc:chgData name="Mynarik, Paul" userId="0a8f2512-6286-4f87-9067-b29d082149a9" providerId="ADAL" clId="{11A8CF92-41AC-48CE-A13C-AC65A8949D26}" dt="2026-06-12T09:41:31.311" v="65" actId="47"/>
        <pc:sldMkLst>
          <pc:docMk/>
          <pc:sldMk cId="1694872334" sldId="619"/>
        </pc:sldMkLst>
      </pc:sldChg>
      <pc:sldChg chg="del">
        <pc:chgData name="Mynarik, Paul" userId="0a8f2512-6286-4f87-9067-b29d082149a9" providerId="ADAL" clId="{11A8CF92-41AC-48CE-A13C-AC65A8949D26}" dt="2026-06-12T09:41:31.311" v="65" actId="47"/>
        <pc:sldMkLst>
          <pc:docMk/>
          <pc:sldMk cId="1681576714" sldId="620"/>
        </pc:sldMkLst>
      </pc:sldChg>
      <pc:sldChg chg="del">
        <pc:chgData name="Mynarik, Paul" userId="0a8f2512-6286-4f87-9067-b29d082149a9" providerId="ADAL" clId="{11A8CF92-41AC-48CE-A13C-AC65A8949D26}" dt="2026-06-12T09:41:31.311" v="65" actId="47"/>
        <pc:sldMkLst>
          <pc:docMk/>
          <pc:sldMk cId="591874335" sldId="621"/>
        </pc:sldMkLst>
      </pc:sldChg>
      <pc:sldChg chg="del">
        <pc:chgData name="Mynarik, Paul" userId="0a8f2512-6286-4f87-9067-b29d082149a9" providerId="ADAL" clId="{11A8CF92-41AC-48CE-A13C-AC65A8949D26}" dt="2026-06-12T09:41:31.311" v="65" actId="47"/>
        <pc:sldMkLst>
          <pc:docMk/>
          <pc:sldMk cId="2700269129" sldId="622"/>
        </pc:sldMkLst>
      </pc:sldChg>
      <pc:sldChg chg="del">
        <pc:chgData name="Mynarik, Paul" userId="0a8f2512-6286-4f87-9067-b29d082149a9" providerId="ADAL" clId="{11A8CF92-41AC-48CE-A13C-AC65A8949D26}" dt="2026-06-12T09:41:31.311" v="65" actId="47"/>
        <pc:sldMkLst>
          <pc:docMk/>
          <pc:sldMk cId="3881654613" sldId="623"/>
        </pc:sldMkLst>
      </pc:sldChg>
      <pc:sldChg chg="del">
        <pc:chgData name="Mynarik, Paul" userId="0a8f2512-6286-4f87-9067-b29d082149a9" providerId="ADAL" clId="{11A8CF92-41AC-48CE-A13C-AC65A8949D26}" dt="2026-06-12T09:41:31.311" v="65" actId="47"/>
        <pc:sldMkLst>
          <pc:docMk/>
          <pc:sldMk cId="3698572272" sldId="624"/>
        </pc:sldMkLst>
      </pc:sldChg>
      <pc:sldChg chg="del">
        <pc:chgData name="Mynarik, Paul" userId="0a8f2512-6286-4f87-9067-b29d082149a9" providerId="ADAL" clId="{11A8CF92-41AC-48CE-A13C-AC65A8949D26}" dt="2026-06-12T09:41:31.311" v="65" actId="47"/>
        <pc:sldMkLst>
          <pc:docMk/>
          <pc:sldMk cId="490318483" sldId="625"/>
        </pc:sldMkLst>
      </pc:sldChg>
      <pc:sldChg chg="del">
        <pc:chgData name="Mynarik, Paul" userId="0a8f2512-6286-4f87-9067-b29d082149a9" providerId="ADAL" clId="{11A8CF92-41AC-48CE-A13C-AC65A8949D26}" dt="2026-06-12T09:41:31.311" v="65" actId="47"/>
        <pc:sldMkLst>
          <pc:docMk/>
          <pc:sldMk cId="2825480332" sldId="626"/>
        </pc:sldMkLst>
      </pc:sldChg>
      <pc:sldChg chg="del">
        <pc:chgData name="Mynarik, Paul" userId="0a8f2512-6286-4f87-9067-b29d082149a9" providerId="ADAL" clId="{11A8CF92-41AC-48CE-A13C-AC65A8949D26}" dt="2026-06-12T09:41:31.311" v="65" actId="47"/>
        <pc:sldMkLst>
          <pc:docMk/>
          <pc:sldMk cId="4121152553" sldId="627"/>
        </pc:sldMkLst>
      </pc:sldChg>
      <pc:sldChg chg="del">
        <pc:chgData name="Mynarik, Paul" userId="0a8f2512-6286-4f87-9067-b29d082149a9" providerId="ADAL" clId="{11A8CF92-41AC-48CE-A13C-AC65A8949D26}" dt="2026-06-12T09:41:31.311" v="65" actId="47"/>
        <pc:sldMkLst>
          <pc:docMk/>
          <pc:sldMk cId="3548159018" sldId="628"/>
        </pc:sldMkLst>
      </pc:sldChg>
      <pc:sldChg chg="del">
        <pc:chgData name="Mynarik, Paul" userId="0a8f2512-6286-4f87-9067-b29d082149a9" providerId="ADAL" clId="{11A8CF92-41AC-48CE-A13C-AC65A8949D26}" dt="2026-06-12T09:41:31.311" v="65" actId="47"/>
        <pc:sldMkLst>
          <pc:docMk/>
          <pc:sldMk cId="2627602958" sldId="629"/>
        </pc:sldMkLst>
      </pc:sldChg>
      <pc:sldChg chg="del">
        <pc:chgData name="Mynarik, Paul" userId="0a8f2512-6286-4f87-9067-b29d082149a9" providerId="ADAL" clId="{11A8CF92-41AC-48CE-A13C-AC65A8949D26}" dt="2026-06-12T09:41:31.311" v="65" actId="47"/>
        <pc:sldMkLst>
          <pc:docMk/>
          <pc:sldMk cId="1801674133" sldId="630"/>
        </pc:sldMkLst>
      </pc:sldChg>
      <pc:sldChg chg="del">
        <pc:chgData name="Mynarik, Paul" userId="0a8f2512-6286-4f87-9067-b29d082149a9" providerId="ADAL" clId="{11A8CF92-41AC-48CE-A13C-AC65A8949D26}" dt="2026-06-12T09:41:31.311" v="65" actId="47"/>
        <pc:sldMkLst>
          <pc:docMk/>
          <pc:sldMk cId="902310681" sldId="631"/>
        </pc:sldMkLst>
      </pc:sldChg>
      <pc:sldChg chg="del">
        <pc:chgData name="Mynarik, Paul" userId="0a8f2512-6286-4f87-9067-b29d082149a9" providerId="ADAL" clId="{11A8CF92-41AC-48CE-A13C-AC65A8949D26}" dt="2026-06-12T09:41:31.311" v="65" actId="47"/>
        <pc:sldMkLst>
          <pc:docMk/>
          <pc:sldMk cId="3036782956" sldId="632"/>
        </pc:sldMkLst>
      </pc:sldChg>
      <pc:sldChg chg="del">
        <pc:chgData name="Mynarik, Paul" userId="0a8f2512-6286-4f87-9067-b29d082149a9" providerId="ADAL" clId="{11A8CF92-41AC-48CE-A13C-AC65A8949D26}" dt="2026-06-12T09:41:31.311" v="65" actId="47"/>
        <pc:sldMkLst>
          <pc:docMk/>
          <pc:sldMk cId="3366457979" sldId="633"/>
        </pc:sldMkLst>
      </pc:sldChg>
      <pc:sldChg chg="del">
        <pc:chgData name="Mynarik, Paul" userId="0a8f2512-6286-4f87-9067-b29d082149a9" providerId="ADAL" clId="{11A8CF92-41AC-48CE-A13C-AC65A8949D26}" dt="2026-06-12T09:41:31.311" v="65" actId="47"/>
        <pc:sldMkLst>
          <pc:docMk/>
          <pc:sldMk cId="705547518" sldId="634"/>
        </pc:sldMkLst>
      </pc:sldChg>
      <pc:sldChg chg="del">
        <pc:chgData name="Mynarik, Paul" userId="0a8f2512-6286-4f87-9067-b29d082149a9" providerId="ADAL" clId="{11A8CF92-41AC-48CE-A13C-AC65A8949D26}" dt="2026-06-12T09:41:31.311" v="65" actId="47"/>
        <pc:sldMkLst>
          <pc:docMk/>
          <pc:sldMk cId="4042521727" sldId="635"/>
        </pc:sldMkLst>
      </pc:sldChg>
      <pc:sldChg chg="del">
        <pc:chgData name="Mynarik, Paul" userId="0a8f2512-6286-4f87-9067-b29d082149a9" providerId="ADAL" clId="{11A8CF92-41AC-48CE-A13C-AC65A8949D26}" dt="2026-06-12T09:41:31.311" v="65" actId="47"/>
        <pc:sldMkLst>
          <pc:docMk/>
          <pc:sldMk cId="1752959109" sldId="636"/>
        </pc:sldMkLst>
      </pc:sldChg>
      <pc:sldChg chg="del">
        <pc:chgData name="Mynarik, Paul" userId="0a8f2512-6286-4f87-9067-b29d082149a9" providerId="ADAL" clId="{11A8CF92-41AC-48CE-A13C-AC65A8949D26}" dt="2026-06-12T09:41:31.311" v="65" actId="47"/>
        <pc:sldMkLst>
          <pc:docMk/>
          <pc:sldMk cId="2537696135" sldId="637"/>
        </pc:sldMkLst>
      </pc:sldChg>
      <pc:sldChg chg="del">
        <pc:chgData name="Mynarik, Paul" userId="0a8f2512-6286-4f87-9067-b29d082149a9" providerId="ADAL" clId="{11A8CF92-41AC-48CE-A13C-AC65A8949D26}" dt="2026-06-12T09:41:31.311" v="65" actId="47"/>
        <pc:sldMkLst>
          <pc:docMk/>
          <pc:sldMk cId="1457207828" sldId="638"/>
        </pc:sldMkLst>
      </pc:sldChg>
      <pc:sldChg chg="del">
        <pc:chgData name="Mynarik, Paul" userId="0a8f2512-6286-4f87-9067-b29d082149a9" providerId="ADAL" clId="{11A8CF92-41AC-48CE-A13C-AC65A8949D26}" dt="2026-06-12T09:41:31.311" v="65" actId="47"/>
        <pc:sldMkLst>
          <pc:docMk/>
          <pc:sldMk cId="3966528999" sldId="639"/>
        </pc:sldMkLst>
      </pc:sldChg>
      <pc:sldChg chg="del">
        <pc:chgData name="Mynarik, Paul" userId="0a8f2512-6286-4f87-9067-b29d082149a9" providerId="ADAL" clId="{11A8CF92-41AC-48CE-A13C-AC65A8949D26}" dt="2026-06-12T09:41:31.311" v="65" actId="47"/>
        <pc:sldMkLst>
          <pc:docMk/>
          <pc:sldMk cId="2108182744" sldId="640"/>
        </pc:sldMkLst>
      </pc:sldChg>
      <pc:sldChg chg="del">
        <pc:chgData name="Mynarik, Paul" userId="0a8f2512-6286-4f87-9067-b29d082149a9" providerId="ADAL" clId="{11A8CF92-41AC-48CE-A13C-AC65A8949D26}" dt="2026-06-12T09:41:31.311" v="65" actId="47"/>
        <pc:sldMkLst>
          <pc:docMk/>
          <pc:sldMk cId="2725194284" sldId="641"/>
        </pc:sldMkLst>
      </pc:sldChg>
      <pc:sldChg chg="del">
        <pc:chgData name="Mynarik, Paul" userId="0a8f2512-6286-4f87-9067-b29d082149a9" providerId="ADAL" clId="{11A8CF92-41AC-48CE-A13C-AC65A8949D26}" dt="2026-06-12T09:41:31.311" v="65" actId="47"/>
        <pc:sldMkLst>
          <pc:docMk/>
          <pc:sldMk cId="2547426668" sldId="642"/>
        </pc:sldMkLst>
      </pc:sldChg>
      <pc:sldChg chg="del">
        <pc:chgData name="Mynarik, Paul" userId="0a8f2512-6286-4f87-9067-b29d082149a9" providerId="ADAL" clId="{11A8CF92-41AC-48CE-A13C-AC65A8949D26}" dt="2026-06-12T09:41:31.311" v="65" actId="47"/>
        <pc:sldMkLst>
          <pc:docMk/>
          <pc:sldMk cId="3045674028" sldId="643"/>
        </pc:sldMkLst>
      </pc:sldChg>
      <pc:sldChg chg="del">
        <pc:chgData name="Mynarik, Paul" userId="0a8f2512-6286-4f87-9067-b29d082149a9" providerId="ADAL" clId="{11A8CF92-41AC-48CE-A13C-AC65A8949D26}" dt="2026-06-12T09:41:31.311" v="65" actId="47"/>
        <pc:sldMkLst>
          <pc:docMk/>
          <pc:sldMk cId="2757978794" sldId="644"/>
        </pc:sldMkLst>
      </pc:sldChg>
      <pc:sldChg chg="del">
        <pc:chgData name="Mynarik, Paul" userId="0a8f2512-6286-4f87-9067-b29d082149a9" providerId="ADAL" clId="{11A8CF92-41AC-48CE-A13C-AC65A8949D26}" dt="2026-06-12T09:41:31.311" v="65" actId="47"/>
        <pc:sldMkLst>
          <pc:docMk/>
          <pc:sldMk cId="2348137516" sldId="645"/>
        </pc:sldMkLst>
      </pc:sldChg>
      <pc:sldChg chg="del">
        <pc:chgData name="Mynarik, Paul" userId="0a8f2512-6286-4f87-9067-b29d082149a9" providerId="ADAL" clId="{11A8CF92-41AC-48CE-A13C-AC65A8949D26}" dt="2026-06-12T09:41:31.311" v="65" actId="47"/>
        <pc:sldMkLst>
          <pc:docMk/>
          <pc:sldMk cId="1924698738" sldId="646"/>
        </pc:sldMkLst>
      </pc:sldChg>
      <pc:sldChg chg="del">
        <pc:chgData name="Mynarik, Paul" userId="0a8f2512-6286-4f87-9067-b29d082149a9" providerId="ADAL" clId="{11A8CF92-41AC-48CE-A13C-AC65A8949D26}" dt="2026-06-12T09:41:31.311" v="65" actId="47"/>
        <pc:sldMkLst>
          <pc:docMk/>
          <pc:sldMk cId="1163056431" sldId="647"/>
        </pc:sldMkLst>
      </pc:sldChg>
      <pc:sldChg chg="del">
        <pc:chgData name="Mynarik, Paul" userId="0a8f2512-6286-4f87-9067-b29d082149a9" providerId="ADAL" clId="{11A8CF92-41AC-48CE-A13C-AC65A8949D26}" dt="2026-06-12T09:41:31.311" v="65" actId="47"/>
        <pc:sldMkLst>
          <pc:docMk/>
          <pc:sldMk cId="4116101255" sldId="648"/>
        </pc:sldMkLst>
      </pc:sldChg>
      <pc:sldChg chg="del">
        <pc:chgData name="Mynarik, Paul" userId="0a8f2512-6286-4f87-9067-b29d082149a9" providerId="ADAL" clId="{11A8CF92-41AC-48CE-A13C-AC65A8949D26}" dt="2026-06-12T09:41:31.311" v="65" actId="47"/>
        <pc:sldMkLst>
          <pc:docMk/>
          <pc:sldMk cId="3642217425" sldId="649"/>
        </pc:sldMkLst>
      </pc:sldChg>
      <pc:sldChg chg="del">
        <pc:chgData name="Mynarik, Paul" userId="0a8f2512-6286-4f87-9067-b29d082149a9" providerId="ADAL" clId="{11A8CF92-41AC-48CE-A13C-AC65A8949D26}" dt="2026-06-12T09:41:31.311" v="65" actId="47"/>
        <pc:sldMkLst>
          <pc:docMk/>
          <pc:sldMk cId="1605834426" sldId="650"/>
        </pc:sldMkLst>
      </pc:sldChg>
      <pc:sldChg chg="del">
        <pc:chgData name="Mynarik, Paul" userId="0a8f2512-6286-4f87-9067-b29d082149a9" providerId="ADAL" clId="{11A8CF92-41AC-48CE-A13C-AC65A8949D26}" dt="2026-06-12T09:41:31.311" v="65" actId="47"/>
        <pc:sldMkLst>
          <pc:docMk/>
          <pc:sldMk cId="1124341842" sldId="651"/>
        </pc:sldMkLst>
      </pc:sldChg>
      <pc:sldChg chg="del">
        <pc:chgData name="Mynarik, Paul" userId="0a8f2512-6286-4f87-9067-b29d082149a9" providerId="ADAL" clId="{11A8CF92-41AC-48CE-A13C-AC65A8949D26}" dt="2026-06-12T09:41:31.311" v="65" actId="47"/>
        <pc:sldMkLst>
          <pc:docMk/>
          <pc:sldMk cId="1633781361" sldId="652"/>
        </pc:sldMkLst>
      </pc:sldChg>
      <pc:sldChg chg="del">
        <pc:chgData name="Mynarik, Paul" userId="0a8f2512-6286-4f87-9067-b29d082149a9" providerId="ADAL" clId="{11A8CF92-41AC-48CE-A13C-AC65A8949D26}" dt="2026-06-12T09:41:31.311" v="65" actId="47"/>
        <pc:sldMkLst>
          <pc:docMk/>
          <pc:sldMk cId="2224840051" sldId="653"/>
        </pc:sldMkLst>
      </pc:sldChg>
      <pc:sldChg chg="del">
        <pc:chgData name="Mynarik, Paul" userId="0a8f2512-6286-4f87-9067-b29d082149a9" providerId="ADAL" clId="{11A8CF92-41AC-48CE-A13C-AC65A8949D26}" dt="2026-06-12T09:41:31.311" v="65" actId="47"/>
        <pc:sldMkLst>
          <pc:docMk/>
          <pc:sldMk cId="3556154974" sldId="654"/>
        </pc:sldMkLst>
      </pc:sldChg>
      <pc:sldChg chg="del">
        <pc:chgData name="Mynarik, Paul" userId="0a8f2512-6286-4f87-9067-b29d082149a9" providerId="ADAL" clId="{11A8CF92-41AC-48CE-A13C-AC65A8949D26}" dt="2026-06-12T09:41:31.311" v="65" actId="47"/>
        <pc:sldMkLst>
          <pc:docMk/>
          <pc:sldMk cId="2773709898" sldId="655"/>
        </pc:sldMkLst>
      </pc:sldChg>
      <pc:sldChg chg="del">
        <pc:chgData name="Mynarik, Paul" userId="0a8f2512-6286-4f87-9067-b29d082149a9" providerId="ADAL" clId="{11A8CF92-41AC-48CE-A13C-AC65A8949D26}" dt="2026-06-12T09:41:31.311" v="65" actId="47"/>
        <pc:sldMkLst>
          <pc:docMk/>
          <pc:sldMk cId="177015060" sldId="656"/>
        </pc:sldMkLst>
      </pc:sldChg>
      <pc:sldChg chg="del">
        <pc:chgData name="Mynarik, Paul" userId="0a8f2512-6286-4f87-9067-b29d082149a9" providerId="ADAL" clId="{11A8CF92-41AC-48CE-A13C-AC65A8949D26}" dt="2026-06-12T09:41:31.311" v="65" actId="47"/>
        <pc:sldMkLst>
          <pc:docMk/>
          <pc:sldMk cId="1311472128" sldId="657"/>
        </pc:sldMkLst>
      </pc:sldChg>
      <pc:sldChg chg="del">
        <pc:chgData name="Mynarik, Paul" userId="0a8f2512-6286-4f87-9067-b29d082149a9" providerId="ADAL" clId="{11A8CF92-41AC-48CE-A13C-AC65A8949D26}" dt="2026-06-12T09:41:31.311" v="65" actId="47"/>
        <pc:sldMkLst>
          <pc:docMk/>
          <pc:sldMk cId="757272162" sldId="658"/>
        </pc:sldMkLst>
      </pc:sldChg>
      <pc:sldChg chg="del">
        <pc:chgData name="Mynarik, Paul" userId="0a8f2512-6286-4f87-9067-b29d082149a9" providerId="ADAL" clId="{11A8CF92-41AC-48CE-A13C-AC65A8949D26}" dt="2026-06-12T09:41:31.311" v="65" actId="47"/>
        <pc:sldMkLst>
          <pc:docMk/>
          <pc:sldMk cId="2381475579" sldId="659"/>
        </pc:sldMkLst>
      </pc:sldChg>
      <pc:sldChg chg="del">
        <pc:chgData name="Mynarik, Paul" userId="0a8f2512-6286-4f87-9067-b29d082149a9" providerId="ADAL" clId="{11A8CF92-41AC-48CE-A13C-AC65A8949D26}" dt="2026-06-12T09:41:31.311" v="65" actId="47"/>
        <pc:sldMkLst>
          <pc:docMk/>
          <pc:sldMk cId="1901570181" sldId="660"/>
        </pc:sldMkLst>
      </pc:sldChg>
      <pc:sldChg chg="del">
        <pc:chgData name="Mynarik, Paul" userId="0a8f2512-6286-4f87-9067-b29d082149a9" providerId="ADAL" clId="{11A8CF92-41AC-48CE-A13C-AC65A8949D26}" dt="2026-06-12T09:41:31.311" v="65" actId="47"/>
        <pc:sldMkLst>
          <pc:docMk/>
          <pc:sldMk cId="391562047" sldId="661"/>
        </pc:sldMkLst>
      </pc:sldChg>
      <pc:sldChg chg="del">
        <pc:chgData name="Mynarik, Paul" userId="0a8f2512-6286-4f87-9067-b29d082149a9" providerId="ADAL" clId="{11A8CF92-41AC-48CE-A13C-AC65A8949D26}" dt="2026-06-12T09:41:31.311" v="65" actId="47"/>
        <pc:sldMkLst>
          <pc:docMk/>
          <pc:sldMk cId="1232915142" sldId="662"/>
        </pc:sldMkLst>
      </pc:sldChg>
      <pc:sldChg chg="del">
        <pc:chgData name="Mynarik, Paul" userId="0a8f2512-6286-4f87-9067-b29d082149a9" providerId="ADAL" clId="{11A8CF92-41AC-48CE-A13C-AC65A8949D26}" dt="2026-06-12T09:41:31.311" v="65" actId="47"/>
        <pc:sldMkLst>
          <pc:docMk/>
          <pc:sldMk cId="243240549" sldId="663"/>
        </pc:sldMkLst>
      </pc:sldChg>
      <pc:sldChg chg="del">
        <pc:chgData name="Mynarik, Paul" userId="0a8f2512-6286-4f87-9067-b29d082149a9" providerId="ADAL" clId="{11A8CF92-41AC-48CE-A13C-AC65A8949D26}" dt="2026-06-12T09:41:31.311" v="65" actId="47"/>
        <pc:sldMkLst>
          <pc:docMk/>
          <pc:sldMk cId="1139816897" sldId="664"/>
        </pc:sldMkLst>
      </pc:sldChg>
      <pc:sldChg chg="del">
        <pc:chgData name="Mynarik, Paul" userId="0a8f2512-6286-4f87-9067-b29d082149a9" providerId="ADAL" clId="{11A8CF92-41AC-48CE-A13C-AC65A8949D26}" dt="2026-06-12T09:41:31.311" v="65" actId="47"/>
        <pc:sldMkLst>
          <pc:docMk/>
          <pc:sldMk cId="1020068716" sldId="665"/>
        </pc:sldMkLst>
      </pc:sldChg>
      <pc:sldChg chg="del">
        <pc:chgData name="Mynarik, Paul" userId="0a8f2512-6286-4f87-9067-b29d082149a9" providerId="ADAL" clId="{11A8CF92-41AC-48CE-A13C-AC65A8949D26}" dt="2026-06-12T09:41:31.311" v="65" actId="47"/>
        <pc:sldMkLst>
          <pc:docMk/>
          <pc:sldMk cId="1574973511" sldId="666"/>
        </pc:sldMkLst>
      </pc:sldChg>
      <pc:sldChg chg="del">
        <pc:chgData name="Mynarik, Paul" userId="0a8f2512-6286-4f87-9067-b29d082149a9" providerId="ADAL" clId="{11A8CF92-41AC-48CE-A13C-AC65A8949D26}" dt="2026-06-12T09:41:31.311" v="65" actId="47"/>
        <pc:sldMkLst>
          <pc:docMk/>
          <pc:sldMk cId="1653047477" sldId="667"/>
        </pc:sldMkLst>
      </pc:sldChg>
      <pc:sldChg chg="del">
        <pc:chgData name="Mynarik, Paul" userId="0a8f2512-6286-4f87-9067-b29d082149a9" providerId="ADAL" clId="{11A8CF92-41AC-48CE-A13C-AC65A8949D26}" dt="2026-06-12T09:41:31.311" v="65" actId="47"/>
        <pc:sldMkLst>
          <pc:docMk/>
          <pc:sldMk cId="2971450737" sldId="668"/>
        </pc:sldMkLst>
      </pc:sldChg>
      <pc:sldChg chg="del">
        <pc:chgData name="Mynarik, Paul" userId="0a8f2512-6286-4f87-9067-b29d082149a9" providerId="ADAL" clId="{11A8CF92-41AC-48CE-A13C-AC65A8949D26}" dt="2026-06-12T09:41:31.311" v="65" actId="47"/>
        <pc:sldMkLst>
          <pc:docMk/>
          <pc:sldMk cId="1273455194" sldId="669"/>
        </pc:sldMkLst>
      </pc:sldChg>
      <pc:sldChg chg="del">
        <pc:chgData name="Mynarik, Paul" userId="0a8f2512-6286-4f87-9067-b29d082149a9" providerId="ADAL" clId="{11A8CF92-41AC-48CE-A13C-AC65A8949D26}" dt="2026-06-12T09:41:31.311" v="65" actId="47"/>
        <pc:sldMkLst>
          <pc:docMk/>
          <pc:sldMk cId="1862504273" sldId="673"/>
        </pc:sldMkLst>
      </pc:sldChg>
      <pc:sldChg chg="del">
        <pc:chgData name="Mynarik, Paul" userId="0a8f2512-6286-4f87-9067-b29d082149a9" providerId="ADAL" clId="{11A8CF92-41AC-48CE-A13C-AC65A8949D26}" dt="2026-06-12T09:41:31.311" v="65" actId="47"/>
        <pc:sldMkLst>
          <pc:docMk/>
          <pc:sldMk cId="1172993081" sldId="674"/>
        </pc:sldMkLst>
      </pc:sldChg>
      <pc:sldChg chg="del">
        <pc:chgData name="Mynarik, Paul" userId="0a8f2512-6286-4f87-9067-b29d082149a9" providerId="ADAL" clId="{11A8CF92-41AC-48CE-A13C-AC65A8949D26}" dt="2026-06-12T09:41:31.311" v="65" actId="47"/>
        <pc:sldMkLst>
          <pc:docMk/>
          <pc:sldMk cId="691681970" sldId="675"/>
        </pc:sldMkLst>
      </pc:sldChg>
      <pc:sldChg chg="del">
        <pc:chgData name="Mynarik, Paul" userId="0a8f2512-6286-4f87-9067-b29d082149a9" providerId="ADAL" clId="{11A8CF92-41AC-48CE-A13C-AC65A8949D26}" dt="2026-06-12T09:41:31.311" v="65" actId="47"/>
        <pc:sldMkLst>
          <pc:docMk/>
          <pc:sldMk cId="3579588891" sldId="678"/>
        </pc:sldMkLst>
      </pc:sldChg>
      <pc:sldChg chg="del">
        <pc:chgData name="Mynarik, Paul" userId="0a8f2512-6286-4f87-9067-b29d082149a9" providerId="ADAL" clId="{11A8CF92-41AC-48CE-A13C-AC65A8949D26}" dt="2026-06-12T09:41:31.311" v="65" actId="47"/>
        <pc:sldMkLst>
          <pc:docMk/>
          <pc:sldMk cId="3578994925" sldId="682"/>
        </pc:sldMkLst>
      </pc:sldChg>
      <pc:sldChg chg="del">
        <pc:chgData name="Mynarik, Paul" userId="0a8f2512-6286-4f87-9067-b29d082149a9" providerId="ADAL" clId="{11A8CF92-41AC-48CE-A13C-AC65A8949D26}" dt="2026-06-12T09:41:31.311" v="65" actId="47"/>
        <pc:sldMkLst>
          <pc:docMk/>
          <pc:sldMk cId="315764352" sldId="683"/>
        </pc:sldMkLst>
      </pc:sldChg>
      <pc:sldChg chg="del">
        <pc:chgData name="Mynarik, Paul" userId="0a8f2512-6286-4f87-9067-b29d082149a9" providerId="ADAL" clId="{11A8CF92-41AC-48CE-A13C-AC65A8949D26}" dt="2026-06-12T09:41:31.311" v="65" actId="47"/>
        <pc:sldMkLst>
          <pc:docMk/>
          <pc:sldMk cId="1447381521" sldId="687"/>
        </pc:sldMkLst>
      </pc:sldChg>
      <pc:sldChg chg="del">
        <pc:chgData name="Mynarik, Paul" userId="0a8f2512-6286-4f87-9067-b29d082149a9" providerId="ADAL" clId="{11A8CF92-41AC-48CE-A13C-AC65A8949D26}" dt="2026-06-12T09:41:31.311" v="65" actId="47"/>
        <pc:sldMkLst>
          <pc:docMk/>
          <pc:sldMk cId="908170758" sldId="688"/>
        </pc:sldMkLst>
      </pc:sldChg>
      <pc:sldChg chg="del">
        <pc:chgData name="Mynarik, Paul" userId="0a8f2512-6286-4f87-9067-b29d082149a9" providerId="ADAL" clId="{11A8CF92-41AC-48CE-A13C-AC65A8949D26}" dt="2026-06-12T09:41:31.311" v="65" actId="47"/>
        <pc:sldMkLst>
          <pc:docMk/>
          <pc:sldMk cId="1191374359" sldId="2147471053"/>
        </pc:sldMkLst>
      </pc:sldChg>
      <pc:sldChg chg="del">
        <pc:chgData name="Mynarik, Paul" userId="0a8f2512-6286-4f87-9067-b29d082149a9" providerId="ADAL" clId="{11A8CF92-41AC-48CE-A13C-AC65A8949D26}" dt="2026-06-12T09:41:31.311" v="65" actId="47"/>
        <pc:sldMkLst>
          <pc:docMk/>
          <pc:sldMk cId="4285095891" sldId="2147482354"/>
        </pc:sldMkLst>
      </pc:sldChg>
      <pc:sldChg chg="del">
        <pc:chgData name="Mynarik, Paul" userId="0a8f2512-6286-4f87-9067-b29d082149a9" providerId="ADAL" clId="{11A8CF92-41AC-48CE-A13C-AC65A8949D26}" dt="2026-06-12T09:41:31.311" v="65" actId="47"/>
        <pc:sldMkLst>
          <pc:docMk/>
          <pc:sldMk cId="709679580" sldId="2147482387"/>
        </pc:sldMkLst>
      </pc:sldChg>
      <pc:sldChg chg="del">
        <pc:chgData name="Mynarik, Paul" userId="0a8f2512-6286-4f87-9067-b29d082149a9" providerId="ADAL" clId="{11A8CF92-41AC-48CE-A13C-AC65A8949D26}" dt="2026-06-12T09:41:31.311" v="65" actId="47"/>
        <pc:sldMkLst>
          <pc:docMk/>
          <pc:sldMk cId="3004749184" sldId="2147482392"/>
        </pc:sldMkLst>
      </pc:sldChg>
      <pc:sldChg chg="del">
        <pc:chgData name="Mynarik, Paul" userId="0a8f2512-6286-4f87-9067-b29d082149a9" providerId="ADAL" clId="{11A8CF92-41AC-48CE-A13C-AC65A8949D26}" dt="2026-06-12T09:41:31.311" v="65" actId="47"/>
        <pc:sldMkLst>
          <pc:docMk/>
          <pc:sldMk cId="2797019081" sldId="2147483385"/>
        </pc:sldMkLst>
      </pc:sldChg>
      <pc:sldChg chg="del">
        <pc:chgData name="Mynarik, Paul" userId="0a8f2512-6286-4f87-9067-b29d082149a9" providerId="ADAL" clId="{11A8CF92-41AC-48CE-A13C-AC65A8949D26}" dt="2026-06-12T09:41:31.311" v="65" actId="47"/>
        <pc:sldMkLst>
          <pc:docMk/>
          <pc:sldMk cId="1764391859" sldId="2147483401"/>
        </pc:sldMkLst>
      </pc:sldChg>
      <pc:sldChg chg="del">
        <pc:chgData name="Mynarik, Paul" userId="0a8f2512-6286-4f87-9067-b29d082149a9" providerId="ADAL" clId="{11A8CF92-41AC-48CE-A13C-AC65A8949D26}" dt="2026-06-12T09:41:31.311" v="65" actId="47"/>
        <pc:sldMkLst>
          <pc:docMk/>
          <pc:sldMk cId="1899525821" sldId="2147483402"/>
        </pc:sldMkLst>
      </pc:sldChg>
      <pc:sldChg chg="del">
        <pc:chgData name="Mynarik, Paul" userId="0a8f2512-6286-4f87-9067-b29d082149a9" providerId="ADAL" clId="{11A8CF92-41AC-48CE-A13C-AC65A8949D26}" dt="2026-06-12T09:41:31.311" v="65" actId="47"/>
        <pc:sldMkLst>
          <pc:docMk/>
          <pc:sldMk cId="3347038721" sldId="2147483403"/>
        </pc:sldMkLst>
      </pc:sldChg>
      <pc:sldChg chg="del">
        <pc:chgData name="Mynarik, Paul" userId="0a8f2512-6286-4f87-9067-b29d082149a9" providerId="ADAL" clId="{11A8CF92-41AC-48CE-A13C-AC65A8949D26}" dt="2026-06-12T09:41:31.311" v="65" actId="47"/>
        <pc:sldMkLst>
          <pc:docMk/>
          <pc:sldMk cId="3481469131" sldId="2147483404"/>
        </pc:sldMkLst>
      </pc:sldChg>
      <pc:sldChg chg="del">
        <pc:chgData name="Mynarik, Paul" userId="0a8f2512-6286-4f87-9067-b29d082149a9" providerId="ADAL" clId="{11A8CF92-41AC-48CE-A13C-AC65A8949D26}" dt="2026-06-12T09:41:31.311" v="65" actId="47"/>
        <pc:sldMkLst>
          <pc:docMk/>
          <pc:sldMk cId="2599456293" sldId="2147483405"/>
        </pc:sldMkLst>
      </pc:sldChg>
      <pc:sldChg chg="del">
        <pc:chgData name="Mynarik, Paul" userId="0a8f2512-6286-4f87-9067-b29d082149a9" providerId="ADAL" clId="{11A8CF92-41AC-48CE-A13C-AC65A8949D26}" dt="2026-06-12T09:41:31.311" v="65" actId="47"/>
        <pc:sldMkLst>
          <pc:docMk/>
          <pc:sldMk cId="2253350005" sldId="2147483406"/>
        </pc:sldMkLst>
      </pc:sldChg>
      <pc:sldChg chg="del">
        <pc:chgData name="Mynarik, Paul" userId="0a8f2512-6286-4f87-9067-b29d082149a9" providerId="ADAL" clId="{11A8CF92-41AC-48CE-A13C-AC65A8949D26}" dt="2026-06-12T09:41:31.311" v="65" actId="47"/>
        <pc:sldMkLst>
          <pc:docMk/>
          <pc:sldMk cId="3965225650" sldId="2147483407"/>
        </pc:sldMkLst>
      </pc:sldChg>
      <pc:sldChg chg="del">
        <pc:chgData name="Mynarik, Paul" userId="0a8f2512-6286-4f87-9067-b29d082149a9" providerId="ADAL" clId="{11A8CF92-41AC-48CE-A13C-AC65A8949D26}" dt="2026-06-12T09:41:31.311" v="65" actId="47"/>
        <pc:sldMkLst>
          <pc:docMk/>
          <pc:sldMk cId="66812854" sldId="2147483409"/>
        </pc:sldMkLst>
      </pc:sldChg>
      <pc:sldChg chg="del">
        <pc:chgData name="Mynarik, Paul" userId="0a8f2512-6286-4f87-9067-b29d082149a9" providerId="ADAL" clId="{11A8CF92-41AC-48CE-A13C-AC65A8949D26}" dt="2026-06-12T09:41:31.311" v="65" actId="47"/>
        <pc:sldMkLst>
          <pc:docMk/>
          <pc:sldMk cId="756984912" sldId="2147483410"/>
        </pc:sldMkLst>
      </pc:sldChg>
      <pc:sldChg chg="del">
        <pc:chgData name="Mynarik, Paul" userId="0a8f2512-6286-4f87-9067-b29d082149a9" providerId="ADAL" clId="{11A8CF92-41AC-48CE-A13C-AC65A8949D26}" dt="2026-06-12T09:41:31.311" v="65" actId="47"/>
        <pc:sldMkLst>
          <pc:docMk/>
          <pc:sldMk cId="1943012294" sldId="2147483411"/>
        </pc:sldMkLst>
      </pc:sldChg>
      <pc:sldChg chg="del">
        <pc:chgData name="Mynarik, Paul" userId="0a8f2512-6286-4f87-9067-b29d082149a9" providerId="ADAL" clId="{11A8CF92-41AC-48CE-A13C-AC65A8949D26}" dt="2026-06-12T09:41:31.311" v="65" actId="47"/>
        <pc:sldMkLst>
          <pc:docMk/>
          <pc:sldMk cId="1688696836" sldId="2147483412"/>
        </pc:sldMkLst>
      </pc:sldChg>
      <pc:sldChg chg="del">
        <pc:chgData name="Mynarik, Paul" userId="0a8f2512-6286-4f87-9067-b29d082149a9" providerId="ADAL" clId="{11A8CF92-41AC-48CE-A13C-AC65A8949D26}" dt="2026-06-12T09:41:31.311" v="65" actId="47"/>
        <pc:sldMkLst>
          <pc:docMk/>
          <pc:sldMk cId="1556063913" sldId="2147483414"/>
        </pc:sldMkLst>
      </pc:sldChg>
      <pc:sldChg chg="del">
        <pc:chgData name="Mynarik, Paul" userId="0a8f2512-6286-4f87-9067-b29d082149a9" providerId="ADAL" clId="{11A8CF92-41AC-48CE-A13C-AC65A8949D26}" dt="2026-06-12T09:41:31.311" v="65" actId="47"/>
        <pc:sldMkLst>
          <pc:docMk/>
          <pc:sldMk cId="2651479198" sldId="2147483415"/>
        </pc:sldMkLst>
      </pc:sldChg>
      <pc:sldChg chg="del">
        <pc:chgData name="Mynarik, Paul" userId="0a8f2512-6286-4f87-9067-b29d082149a9" providerId="ADAL" clId="{11A8CF92-41AC-48CE-A13C-AC65A8949D26}" dt="2026-06-12T09:41:31.311" v="65" actId="47"/>
        <pc:sldMkLst>
          <pc:docMk/>
          <pc:sldMk cId="2329133701" sldId="2147483416"/>
        </pc:sldMkLst>
      </pc:sldChg>
      <pc:sldChg chg="del">
        <pc:chgData name="Mynarik, Paul" userId="0a8f2512-6286-4f87-9067-b29d082149a9" providerId="ADAL" clId="{11A8CF92-41AC-48CE-A13C-AC65A8949D26}" dt="2026-06-12T09:41:31.311" v="65" actId="47"/>
        <pc:sldMkLst>
          <pc:docMk/>
          <pc:sldMk cId="3598692107" sldId="2147483417"/>
        </pc:sldMkLst>
      </pc:sldChg>
      <pc:sldChg chg="del">
        <pc:chgData name="Mynarik, Paul" userId="0a8f2512-6286-4f87-9067-b29d082149a9" providerId="ADAL" clId="{11A8CF92-41AC-48CE-A13C-AC65A8949D26}" dt="2026-06-12T09:41:31.311" v="65" actId="47"/>
        <pc:sldMkLst>
          <pc:docMk/>
          <pc:sldMk cId="74609012" sldId="2147483419"/>
        </pc:sldMkLst>
      </pc:sldChg>
      <pc:sldChg chg="del">
        <pc:chgData name="Mynarik, Paul" userId="0a8f2512-6286-4f87-9067-b29d082149a9" providerId="ADAL" clId="{11A8CF92-41AC-48CE-A13C-AC65A8949D26}" dt="2026-06-12T09:41:31.311" v="65" actId="47"/>
        <pc:sldMkLst>
          <pc:docMk/>
          <pc:sldMk cId="1490546688" sldId="2147483420"/>
        </pc:sldMkLst>
      </pc:sldChg>
      <pc:sldChg chg="del">
        <pc:chgData name="Mynarik, Paul" userId="0a8f2512-6286-4f87-9067-b29d082149a9" providerId="ADAL" clId="{11A8CF92-41AC-48CE-A13C-AC65A8949D26}" dt="2026-06-12T09:41:31.311" v="65" actId="47"/>
        <pc:sldMkLst>
          <pc:docMk/>
          <pc:sldMk cId="162054263" sldId="2147483421"/>
        </pc:sldMkLst>
      </pc:sldChg>
      <pc:sldChg chg="del">
        <pc:chgData name="Mynarik, Paul" userId="0a8f2512-6286-4f87-9067-b29d082149a9" providerId="ADAL" clId="{11A8CF92-41AC-48CE-A13C-AC65A8949D26}" dt="2026-06-12T09:41:31.311" v="65" actId="47"/>
        <pc:sldMkLst>
          <pc:docMk/>
          <pc:sldMk cId="141733572" sldId="2147483422"/>
        </pc:sldMkLst>
      </pc:sldChg>
      <pc:sldChg chg="del">
        <pc:chgData name="Mynarik, Paul" userId="0a8f2512-6286-4f87-9067-b29d082149a9" providerId="ADAL" clId="{11A8CF92-41AC-48CE-A13C-AC65A8949D26}" dt="2026-06-12T09:41:31.311" v="65" actId="47"/>
        <pc:sldMkLst>
          <pc:docMk/>
          <pc:sldMk cId="1041159742" sldId="2147483428"/>
        </pc:sldMkLst>
      </pc:sldChg>
      <pc:sldChg chg="del">
        <pc:chgData name="Mynarik, Paul" userId="0a8f2512-6286-4f87-9067-b29d082149a9" providerId="ADAL" clId="{11A8CF92-41AC-48CE-A13C-AC65A8949D26}" dt="2026-06-12T09:41:31.311" v="65" actId="47"/>
        <pc:sldMkLst>
          <pc:docMk/>
          <pc:sldMk cId="101600308" sldId="2147483429"/>
        </pc:sldMkLst>
      </pc:sldChg>
      <pc:sldChg chg="del">
        <pc:chgData name="Mynarik, Paul" userId="0a8f2512-6286-4f87-9067-b29d082149a9" providerId="ADAL" clId="{11A8CF92-41AC-48CE-A13C-AC65A8949D26}" dt="2026-06-12T09:41:31.311" v="65" actId="47"/>
        <pc:sldMkLst>
          <pc:docMk/>
          <pc:sldMk cId="1179180108" sldId="2147483430"/>
        </pc:sldMkLst>
      </pc:sldChg>
      <pc:sldChg chg="del">
        <pc:chgData name="Mynarik, Paul" userId="0a8f2512-6286-4f87-9067-b29d082149a9" providerId="ADAL" clId="{11A8CF92-41AC-48CE-A13C-AC65A8949D26}" dt="2026-06-12T09:41:31.311" v="65" actId="47"/>
        <pc:sldMkLst>
          <pc:docMk/>
          <pc:sldMk cId="2334077501" sldId="2147483431"/>
        </pc:sldMkLst>
      </pc:sldChg>
      <pc:sldChg chg="del">
        <pc:chgData name="Mynarik, Paul" userId="0a8f2512-6286-4f87-9067-b29d082149a9" providerId="ADAL" clId="{11A8CF92-41AC-48CE-A13C-AC65A8949D26}" dt="2026-06-12T09:41:31.311" v="65" actId="47"/>
        <pc:sldMkLst>
          <pc:docMk/>
          <pc:sldMk cId="165907522" sldId="2147483432"/>
        </pc:sldMkLst>
      </pc:sldChg>
      <pc:sldChg chg="del">
        <pc:chgData name="Mynarik, Paul" userId="0a8f2512-6286-4f87-9067-b29d082149a9" providerId="ADAL" clId="{11A8CF92-41AC-48CE-A13C-AC65A8949D26}" dt="2026-06-12T09:41:31.311" v="65" actId="47"/>
        <pc:sldMkLst>
          <pc:docMk/>
          <pc:sldMk cId="2116871155" sldId="2147483433"/>
        </pc:sldMkLst>
      </pc:sldChg>
      <pc:sldChg chg="del">
        <pc:chgData name="Mynarik, Paul" userId="0a8f2512-6286-4f87-9067-b29d082149a9" providerId="ADAL" clId="{11A8CF92-41AC-48CE-A13C-AC65A8949D26}" dt="2026-06-12T09:41:31.311" v="65" actId="47"/>
        <pc:sldMkLst>
          <pc:docMk/>
          <pc:sldMk cId="1942460540" sldId="2147483434"/>
        </pc:sldMkLst>
      </pc:sldChg>
      <pc:sldChg chg="del">
        <pc:chgData name="Mynarik, Paul" userId="0a8f2512-6286-4f87-9067-b29d082149a9" providerId="ADAL" clId="{11A8CF92-41AC-48CE-A13C-AC65A8949D26}" dt="2026-06-12T09:41:31.311" v="65" actId="47"/>
        <pc:sldMkLst>
          <pc:docMk/>
          <pc:sldMk cId="3878129968" sldId="2147483435"/>
        </pc:sldMkLst>
      </pc:sldChg>
      <pc:sldChg chg="del">
        <pc:chgData name="Mynarik, Paul" userId="0a8f2512-6286-4f87-9067-b29d082149a9" providerId="ADAL" clId="{11A8CF92-41AC-48CE-A13C-AC65A8949D26}" dt="2026-06-12T09:41:31.311" v="65" actId="47"/>
        <pc:sldMkLst>
          <pc:docMk/>
          <pc:sldMk cId="486742167" sldId="2147483437"/>
        </pc:sldMkLst>
      </pc:sldChg>
      <pc:sldChg chg="del">
        <pc:chgData name="Mynarik, Paul" userId="0a8f2512-6286-4f87-9067-b29d082149a9" providerId="ADAL" clId="{11A8CF92-41AC-48CE-A13C-AC65A8949D26}" dt="2026-06-12T09:41:31.311" v="65" actId="47"/>
        <pc:sldMkLst>
          <pc:docMk/>
          <pc:sldMk cId="3308477940" sldId="2147483438"/>
        </pc:sldMkLst>
      </pc:sldChg>
      <pc:sldMasterChg chg="modSp mod delSldLayout modSldLayout">
        <pc:chgData name="Mynarik, Paul" userId="0a8f2512-6286-4f87-9067-b29d082149a9" providerId="ADAL" clId="{11A8CF92-41AC-48CE-A13C-AC65A8949D26}" dt="2026-06-12T09:41:31.311" v="65" actId="47"/>
        <pc:sldMasterMkLst>
          <pc:docMk/>
          <pc:sldMasterMk cId="3521449419" sldId="2147483660"/>
        </pc:sldMasterMkLst>
        <pc:sldLayoutChg chg="del">
          <pc:chgData name="Mynarik, Paul" userId="0a8f2512-6286-4f87-9067-b29d082149a9" providerId="ADAL" clId="{11A8CF92-41AC-48CE-A13C-AC65A8949D26}" dt="2026-06-12T09:41:31.311" v="65" actId="47"/>
          <pc:sldLayoutMkLst>
            <pc:docMk/>
            <pc:sldMasterMk cId="3521449419" sldId="2147483660"/>
            <pc:sldLayoutMk cId="4272478677" sldId="214748383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4D5F6-3183-428A-85C8-51C26DD4B5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latin typeface="Arial" panose="020B0604020202020204" pitchFamily="34" charset="0"/>
            </a:endParaRPr>
          </a:p>
        </p:txBody>
      </p:sp>
      <p:sp>
        <p:nvSpPr>
          <p:cNvPr id="3" name="Date Placeholder 2">
            <a:extLst>
              <a:ext uri="{FF2B5EF4-FFF2-40B4-BE49-F238E27FC236}">
                <a16:creationId xmlns:a16="http://schemas.microsoft.com/office/drawing/2014/main" id="{F1608F93-CC89-4063-A187-7B1597877F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ABA84C-EC3E-4598-9C4D-8CE1D2A956F5}" type="datetimeFigureOut">
              <a:rPr lang="en-GB" smtClean="0">
                <a:latin typeface="Arial" panose="020B0604020202020204" pitchFamily="34" charset="0"/>
              </a:rPr>
              <a:t>12/06/2026</a:t>
            </a:fld>
            <a:endParaRPr lang="en-GB" dirty="0">
              <a:latin typeface="Arial" panose="020B0604020202020204" pitchFamily="34" charset="0"/>
            </a:endParaRPr>
          </a:p>
        </p:txBody>
      </p:sp>
      <p:sp>
        <p:nvSpPr>
          <p:cNvPr id="4" name="Footer Placeholder 3">
            <a:extLst>
              <a:ext uri="{FF2B5EF4-FFF2-40B4-BE49-F238E27FC236}">
                <a16:creationId xmlns:a16="http://schemas.microsoft.com/office/drawing/2014/main" id="{EE24D309-D941-4AA7-AD70-D334F1D59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latin typeface="Arial" panose="020B0604020202020204" pitchFamily="34" charset="0"/>
            </a:endParaRPr>
          </a:p>
        </p:txBody>
      </p:sp>
      <p:sp>
        <p:nvSpPr>
          <p:cNvPr id="5" name="Slide Number Placeholder 4">
            <a:extLst>
              <a:ext uri="{FF2B5EF4-FFF2-40B4-BE49-F238E27FC236}">
                <a16:creationId xmlns:a16="http://schemas.microsoft.com/office/drawing/2014/main" id="{B1E99044-B362-4E47-A054-164531AC8F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C0F9D0-9E03-483D-AC3B-FCB5CBA393CA}" type="slidenum">
              <a:rPr lang="en-GB" smtClean="0">
                <a:latin typeface="Arial" panose="020B0604020202020204" pitchFamily="34" charset="0"/>
              </a:rPr>
              <a:t>‹#›</a:t>
            </a:fld>
            <a:endParaRPr lang="en-GB" dirty="0">
              <a:latin typeface="Arial" panose="020B0604020202020204" pitchFamily="34" charset="0"/>
            </a:endParaRPr>
          </a:p>
        </p:txBody>
      </p:sp>
    </p:spTree>
    <p:extLst>
      <p:ext uri="{BB962C8B-B14F-4D97-AF65-F5344CB8AC3E}">
        <p14:creationId xmlns:p14="http://schemas.microsoft.com/office/powerpoint/2010/main" val="375430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C57A4BF-14E0-48E2-B42F-B29D277000AB}" type="datetimeFigureOut">
              <a:rPr lang="en-GB" smtClean="0"/>
              <a:pPr/>
              <a:t>12/06/2026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9B5D948F-A673-4DC7-A0E9-FA274EAF3634}" type="slidenum">
              <a:rPr lang="en-GB" smtClean="0"/>
              <a:pPr/>
              <a:t>‹#›</a:t>
            </a:fld>
            <a:endParaRPr lang="en-GB" dirty="0"/>
          </a:p>
        </p:txBody>
      </p:sp>
    </p:spTree>
    <p:extLst>
      <p:ext uri="{BB962C8B-B14F-4D97-AF65-F5344CB8AC3E}">
        <p14:creationId xmlns:p14="http://schemas.microsoft.com/office/powerpoint/2010/main" val="34913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tags" Target="../tags/tag1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tags" Target="../tags/tag1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2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F680A8EA-2B0E-411E-90AD-02F7AF47674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
        <p:nvSpPr>
          <p:cNvPr id="4" name="Rectangle 3">
            <a:extLst>
              <a:ext uri="{FF2B5EF4-FFF2-40B4-BE49-F238E27FC236}">
                <a16:creationId xmlns:a16="http://schemas.microsoft.com/office/drawing/2014/main" id="{1E96C774-8B31-4EC8-BF6C-ACF71C2F0C15}"/>
              </a:ext>
              <a:ext uri="{C183D7F6-B498-43B3-948B-1728B52AA6E4}">
                <adec:decorative xmlns:adec="http://schemas.microsoft.com/office/drawing/2017/decorative" val="1"/>
              </a:ext>
            </a:extLst>
          </p:cNvPr>
          <p:cNvSpPr>
            <a:spLocks noChangeAspect="1"/>
          </p:cNvSpPr>
          <p:nvPr userDrawn="1"/>
        </p:nvSpPr>
        <p:spPr>
          <a:xfrm>
            <a:off x="998476" y="1470479"/>
            <a:ext cx="6350010" cy="4410949"/>
          </a:xfrm>
          <a:prstGeom prst="rect">
            <a:avLst/>
          </a:prstGeom>
          <a:gradFill>
            <a:gsLst>
              <a:gs pos="100000">
                <a:srgbClr val="00B8F5"/>
              </a:gs>
              <a:gs pos="0">
                <a:srgbClr val="1E49E2"/>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5271779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accent2"/>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CB44795-849A-41CE-8B25-0DE9EB09F9B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
        <p:nvSpPr>
          <p:cNvPr id="16" name="Rectangle 15">
            <a:extLst>
              <a:ext uri="{FF2B5EF4-FFF2-40B4-BE49-F238E27FC236}">
                <a16:creationId xmlns:a16="http://schemas.microsoft.com/office/drawing/2014/main" id="{7F73FA8F-86B4-4B38-9318-B211F1BBAFEB}"/>
              </a:ext>
              <a:ext uri="{C183D7F6-B498-43B3-948B-1728B52AA6E4}">
                <adec:decorative xmlns:adec="http://schemas.microsoft.com/office/drawing/2017/decorative" val="1"/>
              </a:ext>
            </a:extLst>
          </p:cNvPr>
          <p:cNvSpPr>
            <a:spLocks noChangeAspect="1"/>
          </p:cNvSpPr>
          <p:nvPr userDrawn="1"/>
        </p:nvSpPr>
        <p:spPr>
          <a:xfrm>
            <a:off x="998476" y="1470479"/>
            <a:ext cx="3053689" cy="4410949"/>
          </a:xfrm>
          <a:prstGeom prst="rect">
            <a:avLst/>
          </a:prstGeom>
          <a:gradFill>
            <a:gsLst>
              <a:gs pos="100000">
                <a:srgbClr val="00B8F5"/>
              </a:gs>
              <a:gs pos="0">
                <a:srgbClr val="1E49E2"/>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dirty="0"/>
              <a:t>Title slide text only</a:t>
            </a:r>
            <a:endParaRPr lang="en-US" dirty="0"/>
          </a:p>
        </p:txBody>
      </p:sp>
      <p:sp>
        <p:nvSpPr>
          <p:cNvPr id="6" name="Text Placeholder 3"/>
          <p:cNvSpPr>
            <a:spLocks noGrp="1"/>
          </p:cNvSpPr>
          <p:nvPr userDrawn="1">
            <p:ph type="body" sz="quarter" idx="11"/>
          </p:nvPr>
        </p:nvSpPr>
        <p:spPr>
          <a:xfrm>
            <a:off x="1274841" y="4752153"/>
            <a:ext cx="2487267" cy="81577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797359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9F2B47DB-768D-47AE-9D19-E74198AD42C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
        <p:nvSpPr>
          <p:cNvPr id="4" name="Rectangle 3">
            <a:extLst>
              <a:ext uri="{FF2B5EF4-FFF2-40B4-BE49-F238E27FC236}">
                <a16:creationId xmlns:a16="http://schemas.microsoft.com/office/drawing/2014/main" id="{1E96C774-8B31-4EC8-BF6C-ACF71C2F0C15}"/>
              </a:ext>
              <a:ext uri="{C183D7F6-B498-43B3-948B-1728B52AA6E4}">
                <adec:decorative xmlns:adec="http://schemas.microsoft.com/office/drawing/2017/decorative" val="1"/>
              </a:ext>
            </a:extLst>
          </p:cNvPr>
          <p:cNvSpPr>
            <a:spLocks noChangeAspect="1"/>
          </p:cNvSpPr>
          <p:nvPr userDrawn="1"/>
        </p:nvSpPr>
        <p:spPr>
          <a:xfrm>
            <a:off x="3405716" y="371311"/>
            <a:ext cx="7794097" cy="5414065"/>
          </a:xfrm>
          <a:prstGeom prst="rect">
            <a:avLst/>
          </a:prstGeom>
          <a:gradFill>
            <a:gsLst>
              <a:gs pos="100000">
                <a:srgbClr val="1E49E2"/>
              </a:gs>
              <a:gs pos="0">
                <a:srgbClr val="00338D"/>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0" name="Title 9">
            <a:extLst>
              <a:ext uri="{FF2B5EF4-FFF2-40B4-BE49-F238E27FC236}">
                <a16:creationId xmlns:a16="http://schemas.microsoft.com/office/drawing/2014/main" id="{BA9E5DDB-2262-4657-AA4F-9CE87AA83B57}"/>
              </a:ext>
            </a:extLst>
          </p:cNvPr>
          <p:cNvSpPr>
            <a:spLocks noGrp="1"/>
          </p:cNvSpPr>
          <p:nvPr>
            <p:ph type="title" hasCustomPrompt="1"/>
          </p:nvPr>
        </p:nvSpPr>
        <p:spPr>
          <a:xfrm>
            <a:off x="3671123" y="636808"/>
            <a:ext cx="7260639" cy="3950972"/>
          </a:xfrm>
        </p:spPr>
        <p:txBody>
          <a:bodyPr/>
          <a:lstStyle>
            <a:lvl1pPr>
              <a:defRPr lang="en-GB" sz="6600" kern="1200" baseline="0" dirty="0">
                <a:solidFill>
                  <a:schemeClr val="bg1"/>
                </a:solidFill>
                <a:latin typeface="+mj-lt"/>
                <a:ea typeface="+mj-ea"/>
                <a:cs typeface="+mj-cs"/>
              </a:defRPr>
            </a:lvl1pPr>
          </a:lstStyle>
          <a:p>
            <a:r>
              <a:rPr lang="en-GB"/>
              <a:t>Title slide text only</a:t>
            </a:r>
          </a:p>
        </p:txBody>
      </p:sp>
      <p:sp>
        <p:nvSpPr>
          <p:cNvPr id="6" name="Text Placeholder 3"/>
          <p:cNvSpPr>
            <a:spLocks noGrp="1"/>
          </p:cNvSpPr>
          <p:nvPr>
            <p:ph type="body" sz="quarter" idx="11"/>
          </p:nvPr>
        </p:nvSpPr>
        <p:spPr>
          <a:xfrm>
            <a:off x="3672180" y="4710484"/>
            <a:ext cx="7260639"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6964759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78DFFAD0-690D-40FA-92E3-26DD5F2CF71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
        <p:nvSpPr>
          <p:cNvPr id="104" name="Rectangle 103">
            <a:extLst>
              <a:ext uri="{FF2B5EF4-FFF2-40B4-BE49-F238E27FC236}">
                <a16:creationId xmlns:a16="http://schemas.microsoft.com/office/drawing/2014/main" id="{6A6246C3-5BC1-4146-9E95-B8B3F1B77C22}"/>
              </a:ext>
              <a:ext uri="{C183D7F6-B498-43B3-948B-1728B52AA6E4}">
                <adec:decorative xmlns:adec="http://schemas.microsoft.com/office/drawing/2017/decorative" val="1"/>
              </a:ext>
            </a:extLst>
          </p:cNvPr>
          <p:cNvSpPr>
            <a:spLocks noChangeAspect="1"/>
          </p:cNvSpPr>
          <p:nvPr userDrawn="1"/>
        </p:nvSpPr>
        <p:spPr>
          <a:xfrm>
            <a:off x="7435789" y="371311"/>
            <a:ext cx="3764024" cy="5415923"/>
          </a:xfrm>
          <a:prstGeom prst="rect">
            <a:avLst/>
          </a:prstGeom>
          <a:gradFill>
            <a:gsLst>
              <a:gs pos="100000">
                <a:srgbClr val="1E49E2"/>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7702252" y="636808"/>
            <a:ext cx="3229510" cy="3950972"/>
          </a:xfrm>
          <a:noFill/>
          <a:ln w="3175">
            <a:noFill/>
            <a:prstDash val="lgDash"/>
          </a:ln>
        </p:spPr>
        <p:txBody>
          <a:bodyPr lIns="0" tIns="0" rIns="0" bIns="0" anchor="t" anchorCtr="0">
            <a:noAutofit/>
          </a:bodyPr>
          <a:lstStyle>
            <a:lvl1pPr algn="l">
              <a:defRPr sz="6600" baseline="0">
                <a:solidFill>
                  <a:schemeClr val="bg1"/>
                </a:solidFill>
              </a:defRPr>
            </a:lvl1pPr>
          </a:lstStyle>
          <a:p>
            <a:r>
              <a:rPr lang="en-GB" dirty="0"/>
              <a:t>Title slide text only</a:t>
            </a:r>
            <a:endParaRPr lang="en-US" dirty="0"/>
          </a:p>
        </p:txBody>
      </p:sp>
      <p:sp>
        <p:nvSpPr>
          <p:cNvPr id="106" name="Text Placeholder 3">
            <a:extLst>
              <a:ext uri="{FF2B5EF4-FFF2-40B4-BE49-F238E27FC236}">
                <a16:creationId xmlns:a16="http://schemas.microsoft.com/office/drawing/2014/main" id="{E9A5689E-A0AC-4126-A5A7-5CD8528C6C2E}"/>
              </a:ext>
            </a:extLst>
          </p:cNvPr>
          <p:cNvSpPr>
            <a:spLocks noGrp="1"/>
          </p:cNvSpPr>
          <p:nvPr>
            <p:ph type="body" sz="quarter" idx="12"/>
          </p:nvPr>
        </p:nvSpPr>
        <p:spPr>
          <a:xfrm>
            <a:off x="7702252" y="4710484"/>
            <a:ext cx="3229510"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6993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 Image_KPMG Blue">
    <p:bg>
      <p:bgPr>
        <a:solidFill>
          <a:schemeClr val="accent2"/>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93430CE4-5B69-4517-8F25-A3A23061EE9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647346" y="371311"/>
            <a:ext cx="914400" cy="368346"/>
          </a:xfrm>
          <a:prstGeom prst="rect">
            <a:avLst/>
          </a:prstGeom>
        </p:spPr>
      </p:pic>
      <p:sp>
        <p:nvSpPr>
          <p:cNvPr id="2" name="Title 1"/>
          <p:cNvSpPr>
            <a:spLocks noGrp="1"/>
          </p:cNvSpPr>
          <p:nvPr>
            <p:ph type="ctrTitle" hasCustomPrompt="1"/>
          </p:nvPr>
        </p:nvSpPr>
        <p:spPr>
          <a:xfrm>
            <a:off x="7642337" y="1468380"/>
            <a:ext cx="3551186" cy="3098109"/>
          </a:xfrm>
          <a:noFill/>
          <a:ln w="3175">
            <a:noFill/>
            <a:prstDash val="lgDash"/>
          </a:ln>
        </p:spPr>
        <p:txBody>
          <a:bodyPr lIns="0" tIns="0" rIns="0" bIns="0" anchor="t" anchorCtr="0">
            <a:noAutofit/>
          </a:bodyPr>
          <a:lstStyle>
            <a:lvl1pPr algn="l">
              <a:defRPr sz="6600" baseline="0">
                <a:solidFill>
                  <a:schemeClr val="bg1"/>
                </a:solidFill>
              </a:defRPr>
            </a:lvl1pPr>
          </a:lstStyle>
          <a:p>
            <a:r>
              <a:rPr lang="en-GB" dirty="0"/>
              <a:t>Title slide text only</a:t>
            </a:r>
            <a:endParaRPr lang="en-US" dirty="0"/>
          </a:p>
        </p:txBody>
      </p:sp>
      <p:sp>
        <p:nvSpPr>
          <p:cNvPr id="6" name="Text Placeholder 3"/>
          <p:cNvSpPr>
            <a:spLocks noGrp="1"/>
          </p:cNvSpPr>
          <p:nvPr userDrawn="1">
            <p:ph type="body" sz="quarter" idx="11"/>
          </p:nvPr>
        </p:nvSpPr>
        <p:spPr>
          <a:xfrm>
            <a:off x="7648628" y="4746353"/>
            <a:ext cx="355118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4" name="Picture Placeholder 3">
            <a:extLst>
              <a:ext uri="{FF2B5EF4-FFF2-40B4-BE49-F238E27FC236}">
                <a16:creationId xmlns:a16="http://schemas.microsoft.com/office/drawing/2014/main" id="{6200E6EA-7AA4-4C98-8E47-F5F83446E051}"/>
              </a:ext>
            </a:extLst>
          </p:cNvPr>
          <p:cNvSpPr>
            <a:spLocks noGrp="1" noChangeAspect="1"/>
          </p:cNvSpPr>
          <p:nvPr>
            <p:ph type="pic" sz="quarter" idx="12"/>
          </p:nvPr>
        </p:nvSpPr>
        <p:spPr>
          <a:xfrm>
            <a:off x="998477" y="1468380"/>
            <a:ext cx="5885053" cy="4087973"/>
          </a:xfrm>
          <a:solidFill>
            <a:schemeClr val="accent1"/>
          </a:solidFill>
        </p:spPr>
        <p:txBody>
          <a:bodyPr anchor="ctr"/>
          <a:lstStyle>
            <a:lvl1pPr algn="ctr">
              <a:defRPr sz="1000" b="0">
                <a:solidFill>
                  <a:schemeClr val="bg1"/>
                </a:solidFill>
              </a:defRPr>
            </a:lvl1pPr>
          </a:lstStyle>
          <a:p>
            <a:r>
              <a:rPr lang="en-US"/>
              <a:t>Click icon to add picture</a:t>
            </a:r>
            <a:endParaRPr lang="en-GB"/>
          </a:p>
        </p:txBody>
      </p:sp>
    </p:spTree>
    <p:extLst>
      <p:ext uri="{BB962C8B-B14F-4D97-AF65-F5344CB8AC3E}">
        <p14:creationId xmlns:p14="http://schemas.microsoft.com/office/powerpoint/2010/main" val="4033362024"/>
      </p:ext>
    </p:extLst>
  </p:cSld>
  <p:clrMapOvr>
    <a:masterClrMapping/>
  </p:clrMapOvr>
  <p:extLst>
    <p:ext uri="{DCECCB84-F9BA-43D5-87BE-67443E8EF086}">
      <p15:sldGuideLst xmlns:p15="http://schemas.microsoft.com/office/powerpoint/2012/main">
        <p15:guide id="1" orient="horz" pos="349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 Image_KPMG Blue">
    <p:bg>
      <p:bgPr>
        <a:solidFill>
          <a:schemeClr val="accent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3FEB65A9-A8F4-40C5-AC08-82132F1B1BD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91560" y="371311"/>
            <a:ext cx="914400" cy="368346"/>
          </a:xfrm>
          <a:prstGeom prst="rect">
            <a:avLst/>
          </a:prstGeom>
        </p:spPr>
      </p:pic>
      <p:sp>
        <p:nvSpPr>
          <p:cNvPr id="2" name="Title 1"/>
          <p:cNvSpPr>
            <a:spLocks noGrp="1"/>
          </p:cNvSpPr>
          <p:nvPr>
            <p:ph type="ctrTitle" hasCustomPrompt="1"/>
          </p:nvPr>
        </p:nvSpPr>
        <p:spPr>
          <a:xfrm>
            <a:off x="5489910" y="1453783"/>
            <a:ext cx="5301922" cy="3446223"/>
          </a:xfrm>
          <a:noFill/>
          <a:ln w="3175">
            <a:noFill/>
            <a:prstDash val="lgDash"/>
          </a:ln>
        </p:spPr>
        <p:txBody>
          <a:bodyPr lIns="0" tIns="0" rIns="0" bIns="0" anchor="t" anchorCtr="0">
            <a:noAutofit/>
          </a:bodyPr>
          <a:lstStyle>
            <a:lvl1pPr algn="l">
              <a:defRPr sz="6600" baseline="0">
                <a:solidFill>
                  <a:schemeClr val="bg1"/>
                </a:solidFill>
              </a:defRPr>
            </a:lvl1pPr>
          </a:lstStyle>
          <a:p>
            <a:r>
              <a:rPr lang="en-GB" dirty="0"/>
              <a:t>Title slide text only</a:t>
            </a:r>
            <a:endParaRPr lang="en-US" dirty="0"/>
          </a:p>
        </p:txBody>
      </p:sp>
      <p:sp>
        <p:nvSpPr>
          <p:cNvPr id="6" name="Text Placeholder 3"/>
          <p:cNvSpPr>
            <a:spLocks noGrp="1"/>
          </p:cNvSpPr>
          <p:nvPr userDrawn="1">
            <p:ph type="body" sz="quarter" idx="11"/>
          </p:nvPr>
        </p:nvSpPr>
        <p:spPr>
          <a:xfrm>
            <a:off x="5489910" y="4953575"/>
            <a:ext cx="5301922"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8" name="Picture Placeholder 3">
            <a:extLst>
              <a:ext uri="{FF2B5EF4-FFF2-40B4-BE49-F238E27FC236}">
                <a16:creationId xmlns:a16="http://schemas.microsoft.com/office/drawing/2014/main" id="{445BA5F7-F13B-4C20-B0E0-112E55400EE4}"/>
              </a:ext>
            </a:extLst>
          </p:cNvPr>
          <p:cNvSpPr>
            <a:spLocks noGrp="1" noChangeAspect="1"/>
          </p:cNvSpPr>
          <p:nvPr>
            <p:ph type="pic" sz="quarter" idx="12"/>
          </p:nvPr>
        </p:nvSpPr>
        <p:spPr>
          <a:xfrm>
            <a:off x="998477" y="371311"/>
            <a:ext cx="3727618" cy="5392264"/>
          </a:xfrm>
          <a:solidFill>
            <a:schemeClr val="accent1"/>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Tree>
    <p:extLst>
      <p:ext uri="{BB962C8B-B14F-4D97-AF65-F5344CB8AC3E}">
        <p14:creationId xmlns:p14="http://schemas.microsoft.com/office/powerpoint/2010/main" val="2454744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323EE304-3FCA-4CF8-84B4-178F6B5C57A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998478" y="1456388"/>
            <a:ext cx="3174866"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dirty="0"/>
              <a:t>Title slide text only</a:t>
            </a:r>
            <a:endParaRPr lang="en-US" dirty="0"/>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998478" y="5007010"/>
            <a:ext cx="317486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8" name="Picture Placeholder 3">
            <a:extLst>
              <a:ext uri="{FF2B5EF4-FFF2-40B4-BE49-F238E27FC236}">
                <a16:creationId xmlns:a16="http://schemas.microsoft.com/office/drawing/2014/main" id="{1D0B9D96-907F-4E37-B5A7-830AD095F223}"/>
              </a:ext>
            </a:extLst>
          </p:cNvPr>
          <p:cNvSpPr>
            <a:spLocks noGrp="1" noChangeAspect="1"/>
          </p:cNvSpPr>
          <p:nvPr>
            <p:ph type="pic" sz="quarter" idx="12"/>
          </p:nvPr>
        </p:nvSpPr>
        <p:spPr>
          <a:xfrm>
            <a:off x="4915965" y="1456388"/>
            <a:ext cx="6283848" cy="4364991"/>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Tree>
    <p:extLst>
      <p:ext uri="{BB962C8B-B14F-4D97-AF65-F5344CB8AC3E}">
        <p14:creationId xmlns:p14="http://schemas.microsoft.com/office/powerpoint/2010/main" val="3826175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TITLE SLIDE Right Horizontal Window Image_Cobalt Blue">
    <p:bg>
      <p:bgPr>
        <a:solidFill>
          <a:schemeClr val="accent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323EE304-3FCA-4CF8-84B4-178F6B5C57A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998478" y="1456388"/>
            <a:ext cx="3174866"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dirty="0"/>
              <a:t>Title slide text only</a:t>
            </a:r>
            <a:endParaRPr lang="en-US" dirty="0"/>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998478" y="5007010"/>
            <a:ext cx="317486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8" name="Picture Placeholder 3">
            <a:extLst>
              <a:ext uri="{FF2B5EF4-FFF2-40B4-BE49-F238E27FC236}">
                <a16:creationId xmlns:a16="http://schemas.microsoft.com/office/drawing/2014/main" id="{1D0B9D96-907F-4E37-B5A7-830AD095F223}"/>
              </a:ext>
            </a:extLst>
          </p:cNvPr>
          <p:cNvSpPr>
            <a:spLocks noGrp="1" noChangeAspect="1"/>
          </p:cNvSpPr>
          <p:nvPr>
            <p:ph type="pic" sz="quarter" idx="12"/>
          </p:nvPr>
        </p:nvSpPr>
        <p:spPr>
          <a:xfrm>
            <a:off x="4915965" y="1456388"/>
            <a:ext cx="6283848" cy="4364991"/>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Tree>
    <p:extLst>
      <p:ext uri="{BB962C8B-B14F-4D97-AF65-F5344CB8AC3E}">
        <p14:creationId xmlns:p14="http://schemas.microsoft.com/office/powerpoint/2010/main" val="2130722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AA9325F0-DADC-43A7-A4FF-97033BB2202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
        <p:nvSpPr>
          <p:cNvPr id="2" name="Title 1"/>
          <p:cNvSpPr>
            <a:spLocks noGrp="1"/>
          </p:cNvSpPr>
          <p:nvPr>
            <p:ph type="ctrTitle" hasCustomPrompt="1"/>
          </p:nvPr>
        </p:nvSpPr>
        <p:spPr>
          <a:xfrm>
            <a:off x="998478" y="1456388"/>
            <a:ext cx="5249471"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dirty="0"/>
              <a:t>Title slide text only</a:t>
            </a:r>
            <a:endParaRPr lang="en-US" dirty="0"/>
          </a:p>
        </p:txBody>
      </p:sp>
      <p:sp>
        <p:nvSpPr>
          <p:cNvPr id="6" name="Text Placeholder 3"/>
          <p:cNvSpPr>
            <a:spLocks noGrp="1"/>
          </p:cNvSpPr>
          <p:nvPr userDrawn="1">
            <p:ph type="body" sz="quarter" idx="11"/>
          </p:nvPr>
        </p:nvSpPr>
        <p:spPr>
          <a:xfrm>
            <a:off x="998478" y="5007009"/>
            <a:ext cx="5249471"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8" name="Picture Placeholder 3">
            <a:extLst>
              <a:ext uri="{FF2B5EF4-FFF2-40B4-BE49-F238E27FC236}">
                <a16:creationId xmlns:a16="http://schemas.microsoft.com/office/drawing/2014/main" id="{13BD1F9C-C7CA-4162-BCD4-0E8701D30076}"/>
              </a:ext>
            </a:extLst>
          </p:cNvPr>
          <p:cNvSpPr>
            <a:spLocks noGrp="1" noChangeAspect="1"/>
          </p:cNvSpPr>
          <p:nvPr>
            <p:ph type="pic" sz="quarter" idx="12"/>
          </p:nvPr>
        </p:nvSpPr>
        <p:spPr>
          <a:xfrm>
            <a:off x="7428967" y="371311"/>
            <a:ext cx="3764557" cy="544569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Tree>
    <p:extLst>
      <p:ext uri="{BB962C8B-B14F-4D97-AF65-F5344CB8AC3E}">
        <p14:creationId xmlns:p14="http://schemas.microsoft.com/office/powerpoint/2010/main" val="1948208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867071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a:t>
            </a:r>
          </a:p>
        </p:txBody>
      </p:sp>
      <p:cxnSp>
        <p:nvCxnSpPr>
          <p:cNvPr id="8" name="Straight Connector 7">
            <a:extLst>
              <a:ext uri="{FF2B5EF4-FFF2-40B4-BE49-F238E27FC236}">
                <a16:creationId xmlns:a16="http://schemas.microsoft.com/office/drawing/2014/main" id="{156A5C29-C797-4C37-9F34-9C206DC1B64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Graphic 8">
            <a:extLst>
              <a:ext uri="{FF2B5EF4-FFF2-40B4-BE49-F238E27FC236}">
                <a16:creationId xmlns:a16="http://schemas.microsoft.com/office/drawing/2014/main" id="{147A601A-3AE8-4889-A026-9740E00CCFB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0" name="TextBox 9">
            <a:extLst>
              <a:ext uri="{FF2B5EF4-FFF2-40B4-BE49-F238E27FC236}">
                <a16:creationId xmlns:a16="http://schemas.microsoft.com/office/drawing/2014/main" id="{B339DC52-BE5A-4DB1-A59B-9DD871F00820}"/>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r>
              <a:rPr lang="en-US" sz="600" kern="1200" dirty="0">
                <a:solidFill>
                  <a:schemeClr val="accent6"/>
                </a:solidFill>
                <a:effectLst/>
                <a:latin typeface="+mn-lt"/>
                <a:ea typeface="+mn-ea"/>
                <a:cs typeface="+mn-cs"/>
              </a:rPr>
              <a:t>© [year] [legal member firm name], a [jurisdiction] [legal structure]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1777057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2_Title Only - Dark BG colour">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a:t>
            </a:r>
          </a:p>
        </p:txBody>
      </p:sp>
      <p:cxnSp>
        <p:nvCxnSpPr>
          <p:cNvPr id="8" name="Straight Connector 7">
            <a:extLst>
              <a:ext uri="{FF2B5EF4-FFF2-40B4-BE49-F238E27FC236}">
                <a16:creationId xmlns:a16="http://schemas.microsoft.com/office/drawing/2014/main" id="{156A5C29-C797-4C37-9F34-9C206DC1B64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Graphic 8">
            <a:extLst>
              <a:ext uri="{FF2B5EF4-FFF2-40B4-BE49-F238E27FC236}">
                <a16:creationId xmlns:a16="http://schemas.microsoft.com/office/drawing/2014/main" id="{147A601A-3AE8-4889-A026-9740E00CCFB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0" name="TextBox 9">
            <a:extLst>
              <a:ext uri="{FF2B5EF4-FFF2-40B4-BE49-F238E27FC236}">
                <a16:creationId xmlns:a16="http://schemas.microsoft.com/office/drawing/2014/main" id="{B339DC52-BE5A-4DB1-A59B-9DD871F00820}"/>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r>
              <a:rPr lang="en-US" sz="600" kern="1200" dirty="0">
                <a:solidFill>
                  <a:schemeClr val="bg1">
                    <a:lumMod val="65000"/>
                  </a:schemeClr>
                </a:solidFill>
                <a:effectLst/>
                <a:latin typeface="+mn-lt"/>
                <a:ea typeface="+mn-ea"/>
                <a:cs typeface="+mn-cs"/>
              </a:rPr>
              <a:t>© [year] [legal member firm name], a [jurisdiction] [legal structure]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4101398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Title Only - Dark BG colour">
    <p:bg>
      <p:bgPr>
        <a:solidFill>
          <a:srgbClr val="76D2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dirty="0"/>
          </a:p>
        </p:txBody>
      </p:sp>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tx2"/>
                </a:solidFill>
                <a:latin typeface="+mn-lt"/>
                <a:ea typeface="Arial"/>
                <a:cs typeface="Arial" panose="020B0604020202020204" pitchFamily="34" charset="0"/>
              </a:rPr>
              <a:pPr algn="r"/>
              <a:t>‹#›</a:t>
            </a:fld>
            <a:endParaRPr lang="en-GB" sz="1000" dirty="0">
              <a:solidFill>
                <a:schemeClr val="tx2"/>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lumMod val="65000"/>
                  </a:schemeClr>
                </a:solidFill>
                <a:latin typeface="+mn-lt"/>
                <a:ea typeface="+mn-ea"/>
                <a:cs typeface="+mn-cs"/>
              </a:rPr>
              <a:t>Document Classification: KPMG Confidential</a:t>
            </a:r>
          </a:p>
        </p:txBody>
      </p:sp>
      <p:cxnSp>
        <p:nvCxnSpPr>
          <p:cNvPr id="8" name="Straight Connector 7">
            <a:extLst>
              <a:ext uri="{FF2B5EF4-FFF2-40B4-BE49-F238E27FC236}">
                <a16:creationId xmlns:a16="http://schemas.microsoft.com/office/drawing/2014/main" id="{156A5C29-C797-4C37-9F34-9C206DC1B64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Graphic 8">
            <a:extLst>
              <a:ext uri="{FF2B5EF4-FFF2-40B4-BE49-F238E27FC236}">
                <a16:creationId xmlns:a16="http://schemas.microsoft.com/office/drawing/2014/main" id="{147A601A-3AE8-4889-A026-9740E00CCFB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10" name="TextBox 9">
            <a:extLst>
              <a:ext uri="{FF2B5EF4-FFF2-40B4-BE49-F238E27FC236}">
                <a16:creationId xmlns:a16="http://schemas.microsoft.com/office/drawing/2014/main" id="{B339DC52-BE5A-4DB1-A59B-9DD871F00820}"/>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r>
              <a:rPr lang="en-US" sz="600" kern="1200" dirty="0">
                <a:solidFill>
                  <a:schemeClr val="accent6"/>
                </a:solidFill>
                <a:effectLst/>
                <a:latin typeface="+mn-lt"/>
                <a:ea typeface="+mn-ea"/>
                <a:cs typeface="+mn-cs"/>
              </a:rPr>
              <a:t>© [year] [legal member firm name], a [jurisdiction] [legal structure]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1535513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
        <p:nvSpPr>
          <p:cNvPr id="9" name="Text Placeholder 8"/>
          <p:cNvSpPr>
            <a:spLocks noGrp="1"/>
          </p:cNvSpPr>
          <p:nvPr>
            <p:ph type="body" sz="quarter" idx="10"/>
          </p:nvPr>
        </p:nvSpPr>
        <p:spPr>
          <a:xfrm>
            <a:off x="995363" y="1330126"/>
            <a:ext cx="10198237"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6043585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Column Text_doubl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C733E-E364-489F-B7AF-D2002EE59732}"/>
              </a:ext>
            </a:extLst>
          </p:cNvPr>
          <p:cNvSpPr>
            <a:spLocks noGrp="1"/>
          </p:cNvSpPr>
          <p:nvPr>
            <p:ph type="title" hasCustomPrompt="1"/>
          </p:nvPr>
        </p:nvSpPr>
        <p:spPr/>
        <p:txBody>
          <a:bodyPr/>
          <a:lstStyle>
            <a:lvl1pPr>
              <a:defRPr/>
            </a:lvl1pPr>
          </a:lstStyle>
          <a:p>
            <a:r>
              <a:rPr lang="en-US" dirty="0"/>
              <a:t>Click to edit </a:t>
            </a:r>
            <a:br>
              <a:rPr lang="en-US" dirty="0"/>
            </a:br>
            <a:r>
              <a:rPr lang="en-US" dirty="0"/>
              <a:t>Master title style</a:t>
            </a:r>
            <a:endParaRPr lang="en-GB" dirty="0"/>
          </a:p>
        </p:txBody>
      </p:sp>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8538" y="1700213"/>
            <a:ext cx="10201275"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102394141"/>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One Column Text_double title_KPMG Blu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AAE32-05EB-420A-97AB-3254804D32FD}"/>
              </a:ext>
            </a:extLst>
          </p:cNvPr>
          <p:cNvSpPr>
            <a:spLocks noGrp="1"/>
          </p:cNvSpPr>
          <p:nvPr>
            <p:ph type="title" hasCustomPrompt="1"/>
          </p:nvPr>
        </p:nvSpPr>
        <p:spPr/>
        <p:txBody>
          <a:bodyPr/>
          <a:lstStyle>
            <a:lvl1pPr>
              <a:defRPr>
                <a:solidFill>
                  <a:schemeClr val="bg1"/>
                </a:solidFill>
              </a:defRPr>
            </a:lvl1pPr>
          </a:lstStyle>
          <a:p>
            <a:r>
              <a:rPr lang="en-US" dirty="0"/>
              <a:t>Click to edit </a:t>
            </a:r>
            <a:br>
              <a:rPr lang="en-US" dirty="0"/>
            </a:br>
            <a:r>
              <a:rPr lang="en-US" dirty="0"/>
              <a:t>Master title style</a:t>
            </a:r>
            <a:endParaRPr lang="en-GB" dirty="0"/>
          </a:p>
        </p:txBody>
      </p:sp>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8538" y="1700213"/>
            <a:ext cx="10201275" cy="4176712"/>
          </a:xfrm>
        </p:spPr>
        <p:txBody>
          <a:bodyPr/>
          <a:lstStyle>
            <a:lvl1pPr>
              <a:defRPr>
                <a:solidFill>
                  <a:schemeClr val="bg1"/>
                </a:solidFill>
              </a:defRPr>
            </a:lvl1pPr>
            <a:lvl2pPr>
              <a:defRPr>
                <a:solidFill>
                  <a:schemeClr val="bg1"/>
                </a:solidFill>
              </a:defRPr>
            </a:lvl2pPr>
            <a:lvl3pPr>
              <a:buClrTx/>
              <a:defRPr>
                <a:solidFill>
                  <a:schemeClr val="bg1"/>
                </a:solidFill>
              </a:defRPr>
            </a:lvl3pPr>
            <a:lvl4pPr marL="361950" indent="-180975">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Box 5">
            <a:extLst>
              <a:ext uri="{FF2B5EF4-FFF2-40B4-BE49-F238E27FC236}">
                <a16:creationId xmlns:a16="http://schemas.microsoft.com/office/drawing/2014/main" id="{EC919669-F96A-4239-990D-B48E0AE682F3}"/>
              </a:ext>
              <a:ext uri="{C183D7F6-B498-43B3-948B-1728B52AA6E4}">
                <adec:decorative xmlns:adec="http://schemas.microsoft.com/office/drawing/2017/decorative" val="0"/>
              </a:ext>
            </a:extLst>
          </p:cNvPr>
          <p:cNvSpPr txBox="1"/>
          <p:nvPr userDrawn="1">
            <p:custDataLst>
              <p:tags r:id="rId1"/>
            </p:custDataLst>
          </p:nvPr>
        </p:nvSpPr>
        <p:spPr>
          <a:xfrm>
            <a:off x="8820154" y="6295536"/>
            <a:ext cx="201384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F4561A05-7671-4539-AB97-A9979F67EB4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cxnSp>
        <p:nvCxnSpPr>
          <p:cNvPr id="9" name="Straight Connector 8">
            <a:extLst>
              <a:ext uri="{FF2B5EF4-FFF2-40B4-BE49-F238E27FC236}">
                <a16:creationId xmlns:a16="http://schemas.microsoft.com/office/drawing/2014/main" id="{89D5ED2D-F17F-4481-8AE6-4D9EA0535145}"/>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Graphic 8">
            <a:extLst>
              <a:ext uri="{FF2B5EF4-FFF2-40B4-BE49-F238E27FC236}">
                <a16:creationId xmlns:a16="http://schemas.microsoft.com/office/drawing/2014/main" id="{567897B5-3A96-440B-8018-FDD880280B2A}"/>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1" name="TextBox 10">
            <a:extLst>
              <a:ext uri="{FF2B5EF4-FFF2-40B4-BE49-F238E27FC236}">
                <a16:creationId xmlns:a16="http://schemas.microsoft.com/office/drawing/2014/main" id="{60B3EAF3-28E7-4D7B-8406-7C5439890330}"/>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r>
              <a:rPr lang="en-US" sz="600" kern="1200" dirty="0">
                <a:solidFill>
                  <a:schemeClr val="accent6"/>
                </a:solidFill>
                <a:effectLst/>
                <a:latin typeface="+mn-lt"/>
                <a:ea typeface="+mn-ea"/>
                <a:cs typeface="+mn-cs"/>
              </a:rPr>
              <a:t>© [year] [legal member firm name], a [jurisdiction] [legal structure]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2568224362"/>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One Column Text - Dark BG colou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8400" y="1330126"/>
            <a:ext cx="10201275"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0"/>
              </a:ext>
            </a:extLst>
          </p:cNvPr>
          <p:cNvSpPr txBox="1"/>
          <p:nvPr userDrawn="1">
            <p:custDataLst>
              <p:tags r:id="rId1"/>
            </p:custDataLst>
          </p:nvPr>
        </p:nvSpPr>
        <p:spPr>
          <a:xfrm>
            <a:off x="8896358" y="6295536"/>
            <a:ext cx="1937636"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a:t>
            </a:r>
          </a:p>
        </p:txBody>
      </p:sp>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cxnSp>
        <p:nvCxnSpPr>
          <p:cNvPr id="8" name="Straight Connector 7">
            <a:extLst>
              <a:ext uri="{FF2B5EF4-FFF2-40B4-BE49-F238E27FC236}">
                <a16:creationId xmlns:a16="http://schemas.microsoft.com/office/drawing/2014/main" id="{156A5C29-C797-4C37-9F34-9C206DC1B64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Graphic 8">
            <a:extLst>
              <a:ext uri="{FF2B5EF4-FFF2-40B4-BE49-F238E27FC236}">
                <a16:creationId xmlns:a16="http://schemas.microsoft.com/office/drawing/2014/main" id="{48947F85-E5F1-445E-BD2C-8963D165668D}"/>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0" name="TextBox 9">
            <a:extLst>
              <a:ext uri="{FF2B5EF4-FFF2-40B4-BE49-F238E27FC236}">
                <a16:creationId xmlns:a16="http://schemas.microsoft.com/office/drawing/2014/main" id="{5E763086-F07A-4E58-92AE-44C859D2AE6D}"/>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r>
              <a:rPr lang="en-US" sz="600" kern="1200" dirty="0">
                <a:solidFill>
                  <a:schemeClr val="accent6"/>
                </a:solidFill>
                <a:effectLst/>
                <a:latin typeface="+mn-lt"/>
                <a:ea typeface="+mn-ea"/>
                <a:cs typeface="+mn-cs"/>
              </a:rPr>
              <a:t>© [year] [legal member firm name], a [jurisdiction] [legal structure]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17993720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dirty="0"/>
          </a:p>
        </p:txBody>
      </p:sp>
      <p:sp>
        <p:nvSpPr>
          <p:cNvPr id="9" name="Text Placeholder 8"/>
          <p:cNvSpPr>
            <a:spLocks noGrp="1"/>
          </p:cNvSpPr>
          <p:nvPr>
            <p:ph type="body" sz="quarter" idx="10"/>
          </p:nvPr>
        </p:nvSpPr>
        <p:spPr>
          <a:xfrm>
            <a:off x="1003200"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6220800"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7609967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ntro plus two Column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
        <p:nvSpPr>
          <p:cNvPr id="9" name="Text Placeholder 8"/>
          <p:cNvSpPr>
            <a:spLocks noGrp="1"/>
          </p:cNvSpPr>
          <p:nvPr>
            <p:ph type="body" sz="quarter" idx="10"/>
          </p:nvPr>
        </p:nvSpPr>
        <p:spPr>
          <a:xfrm>
            <a:off x="995363" y="1330127"/>
            <a:ext cx="10198237" cy="17335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 name="Text Placeholder 8">
            <a:extLst>
              <a:ext uri="{FF2B5EF4-FFF2-40B4-BE49-F238E27FC236}">
                <a16:creationId xmlns:a16="http://schemas.microsoft.com/office/drawing/2014/main" id="{844EF530-A757-C8DA-31F7-7991A3AC9525}"/>
              </a:ext>
            </a:extLst>
          </p:cNvPr>
          <p:cNvSpPr>
            <a:spLocks noGrp="1"/>
          </p:cNvSpPr>
          <p:nvPr>
            <p:ph type="body" sz="quarter" idx="11"/>
          </p:nvPr>
        </p:nvSpPr>
        <p:spPr>
          <a:xfrm>
            <a:off x="1003200" y="3242822"/>
            <a:ext cx="4846320" cy="2634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a:extLst>
              <a:ext uri="{FF2B5EF4-FFF2-40B4-BE49-F238E27FC236}">
                <a16:creationId xmlns:a16="http://schemas.microsoft.com/office/drawing/2014/main" id="{0CB7A13F-D05E-7AC9-E318-C535378193E7}"/>
              </a:ext>
            </a:extLst>
          </p:cNvPr>
          <p:cNvSpPr>
            <a:spLocks noGrp="1"/>
          </p:cNvSpPr>
          <p:nvPr>
            <p:ph type="body" sz="quarter" idx="12"/>
          </p:nvPr>
        </p:nvSpPr>
        <p:spPr>
          <a:xfrm>
            <a:off x="6343351" y="3242822"/>
            <a:ext cx="4846320" cy="2634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0280129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wo Column Text - KPMG Blue ">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918AE-52AC-4531-9640-0D2CA3A28F2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8400" y="1330126"/>
            <a:ext cx="4968000"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Text Placeholder 27">
            <a:extLst>
              <a:ext uri="{FF2B5EF4-FFF2-40B4-BE49-F238E27FC236}">
                <a16:creationId xmlns:a16="http://schemas.microsoft.com/office/drawing/2014/main" id="{6ED3211B-3C86-4413-BA20-A4F81B443BE8}"/>
              </a:ext>
            </a:extLst>
          </p:cNvPr>
          <p:cNvSpPr>
            <a:spLocks noGrp="1"/>
          </p:cNvSpPr>
          <p:nvPr>
            <p:ph type="body" sz="quarter" idx="11"/>
          </p:nvPr>
        </p:nvSpPr>
        <p:spPr>
          <a:xfrm>
            <a:off x="6220800" y="1330126"/>
            <a:ext cx="4968875"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0"/>
              </a:ext>
            </a:extLst>
          </p:cNvPr>
          <p:cNvSpPr txBox="1"/>
          <p:nvPr userDrawn="1">
            <p:custDataLst>
              <p:tags r:id="rId1"/>
            </p:custDataLst>
          </p:nvPr>
        </p:nvSpPr>
        <p:spPr>
          <a:xfrm>
            <a:off x="8864606" y="6295536"/>
            <a:ext cx="1969388"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a:t>
            </a:r>
          </a:p>
        </p:txBody>
      </p:sp>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cxnSp>
        <p:nvCxnSpPr>
          <p:cNvPr id="8" name="Straight Connector 7">
            <a:extLst>
              <a:ext uri="{FF2B5EF4-FFF2-40B4-BE49-F238E27FC236}">
                <a16:creationId xmlns:a16="http://schemas.microsoft.com/office/drawing/2014/main" id="{156A5C29-C797-4C37-9F34-9C206DC1B64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Graphic 8">
            <a:extLst>
              <a:ext uri="{FF2B5EF4-FFF2-40B4-BE49-F238E27FC236}">
                <a16:creationId xmlns:a16="http://schemas.microsoft.com/office/drawing/2014/main" id="{79D6C947-06F1-4188-A558-E10C77FF12CE}"/>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1" name="TextBox 10">
            <a:extLst>
              <a:ext uri="{FF2B5EF4-FFF2-40B4-BE49-F238E27FC236}">
                <a16:creationId xmlns:a16="http://schemas.microsoft.com/office/drawing/2014/main" id="{D3D4BF12-7F8F-40CA-B1A4-F208FE1D4045}"/>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r>
              <a:rPr lang="en-US" sz="600" kern="1200" dirty="0">
                <a:solidFill>
                  <a:schemeClr val="accent6"/>
                </a:solidFill>
                <a:effectLst/>
                <a:latin typeface="+mn-lt"/>
                <a:ea typeface="+mn-ea"/>
                <a:cs typeface="+mn-cs"/>
              </a:rPr>
              <a:t>© [year] [legal member firm name], a [jurisdiction] [legal structure]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535841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Intro with Two colum - KPMG Blu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918AE-52AC-4531-9640-0D2CA3A28F2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8400" y="3260784"/>
            <a:ext cx="4846320" cy="2615941"/>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Text Placeholder 27">
            <a:extLst>
              <a:ext uri="{FF2B5EF4-FFF2-40B4-BE49-F238E27FC236}">
                <a16:creationId xmlns:a16="http://schemas.microsoft.com/office/drawing/2014/main" id="{6ED3211B-3C86-4413-BA20-A4F81B443BE8}"/>
              </a:ext>
            </a:extLst>
          </p:cNvPr>
          <p:cNvSpPr>
            <a:spLocks noGrp="1"/>
          </p:cNvSpPr>
          <p:nvPr>
            <p:ph type="body" sz="quarter" idx="11"/>
          </p:nvPr>
        </p:nvSpPr>
        <p:spPr>
          <a:xfrm>
            <a:off x="6220800" y="3260784"/>
            <a:ext cx="4846320" cy="2615941"/>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0"/>
              </a:ext>
            </a:extLst>
          </p:cNvPr>
          <p:cNvSpPr txBox="1"/>
          <p:nvPr userDrawn="1">
            <p:custDataLst>
              <p:tags r:id="rId1"/>
            </p:custDataLst>
          </p:nvPr>
        </p:nvSpPr>
        <p:spPr>
          <a:xfrm>
            <a:off x="8864606" y="6295536"/>
            <a:ext cx="1969388"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a:t>
            </a:r>
          </a:p>
        </p:txBody>
      </p:sp>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cxnSp>
        <p:nvCxnSpPr>
          <p:cNvPr id="8" name="Straight Connector 7">
            <a:extLst>
              <a:ext uri="{FF2B5EF4-FFF2-40B4-BE49-F238E27FC236}">
                <a16:creationId xmlns:a16="http://schemas.microsoft.com/office/drawing/2014/main" id="{156A5C29-C797-4C37-9F34-9C206DC1B64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Graphic 8">
            <a:extLst>
              <a:ext uri="{FF2B5EF4-FFF2-40B4-BE49-F238E27FC236}">
                <a16:creationId xmlns:a16="http://schemas.microsoft.com/office/drawing/2014/main" id="{79D6C947-06F1-4188-A558-E10C77FF12CE}"/>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1" name="TextBox 10">
            <a:extLst>
              <a:ext uri="{FF2B5EF4-FFF2-40B4-BE49-F238E27FC236}">
                <a16:creationId xmlns:a16="http://schemas.microsoft.com/office/drawing/2014/main" id="{D3D4BF12-7F8F-40CA-B1A4-F208FE1D4045}"/>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r>
              <a:rPr lang="en-US" sz="600" kern="1200" dirty="0">
                <a:solidFill>
                  <a:schemeClr val="accent6"/>
                </a:solidFill>
                <a:effectLst/>
                <a:latin typeface="+mn-lt"/>
                <a:ea typeface="+mn-ea"/>
                <a:cs typeface="+mn-cs"/>
              </a:rPr>
              <a:t>© [year] [legal member firm name], a [jurisdiction] [legal structure] and a member firm of the KPMG global organization of independent member firms affiliated with KPMG International Limited, a private English company limited by guarantee. All rights reserved.</a:t>
            </a:r>
          </a:p>
        </p:txBody>
      </p:sp>
      <p:sp>
        <p:nvSpPr>
          <p:cNvPr id="12" name="Text Placeholder 26">
            <a:extLst>
              <a:ext uri="{FF2B5EF4-FFF2-40B4-BE49-F238E27FC236}">
                <a16:creationId xmlns:a16="http://schemas.microsoft.com/office/drawing/2014/main" id="{F5C29F7D-80CE-41A3-8B6F-C418ED83CB17}"/>
              </a:ext>
            </a:extLst>
          </p:cNvPr>
          <p:cNvSpPr>
            <a:spLocks noGrp="1"/>
          </p:cNvSpPr>
          <p:nvPr>
            <p:ph type="body" sz="quarter" idx="12"/>
          </p:nvPr>
        </p:nvSpPr>
        <p:spPr>
          <a:xfrm>
            <a:off x="998400" y="1330126"/>
            <a:ext cx="10201275" cy="1620108"/>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883157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1C8742-D774-4F89-A78A-3FE2DD10535D}"/>
              </a:ext>
            </a:extLst>
          </p:cNvPr>
          <p:cNvSpPr>
            <a:spLocks noGrp="1"/>
          </p:cNvSpPr>
          <p:nvPr>
            <p:ph type="title"/>
          </p:nvPr>
        </p:nvSpPr>
        <p:spPr/>
        <p:txBody>
          <a:bodyPr/>
          <a:lstStyle/>
          <a:p>
            <a:r>
              <a:rPr lang="en-US"/>
              <a:t>Click to edit Master title style</a:t>
            </a:r>
            <a:endParaRPr lang="en-GB"/>
          </a:p>
        </p:txBody>
      </p:sp>
      <p:sp>
        <p:nvSpPr>
          <p:cNvPr id="9" name="Text Placeholder 8"/>
          <p:cNvSpPr>
            <a:spLocks noGrp="1"/>
          </p:cNvSpPr>
          <p:nvPr>
            <p:ph type="body" sz="quarter" idx="10"/>
          </p:nvPr>
        </p:nvSpPr>
        <p:spPr>
          <a:xfrm>
            <a:off x="1003200" y="1330126"/>
            <a:ext cx="4968000" cy="454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Chart Placeholder 4"/>
          <p:cNvSpPr>
            <a:spLocks noGrp="1"/>
          </p:cNvSpPr>
          <p:nvPr>
            <p:ph type="chart" sz="quarter" idx="13"/>
          </p:nvPr>
        </p:nvSpPr>
        <p:spPr>
          <a:xfrm>
            <a:off x="6220800" y="1330126"/>
            <a:ext cx="4968000" cy="4546800"/>
          </a:xfrm>
        </p:spPr>
        <p:txBody>
          <a:bodyPr anchor="ctr"/>
          <a:lstStyle>
            <a:lvl1pPr algn="ctr">
              <a:defRPr/>
            </a:lvl1pPr>
          </a:lstStyle>
          <a:p>
            <a:r>
              <a:rPr lang="en-US"/>
              <a:t>Click icon to add chart</a:t>
            </a:r>
            <a:endParaRPr lang="en-GB" dirty="0"/>
          </a:p>
        </p:txBody>
      </p:sp>
    </p:spTree>
    <p:extLst>
      <p:ext uri="{BB962C8B-B14F-4D97-AF65-F5344CB8AC3E}">
        <p14:creationId xmlns:p14="http://schemas.microsoft.com/office/powerpoint/2010/main" val="14688539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dirty="0"/>
          </a:p>
        </p:txBody>
      </p:sp>
      <p:sp>
        <p:nvSpPr>
          <p:cNvPr id="9" name="Text Placeholder 8"/>
          <p:cNvSpPr>
            <a:spLocks noGrp="1"/>
          </p:cNvSpPr>
          <p:nvPr>
            <p:ph type="body" sz="quarter" idx="10"/>
          </p:nvPr>
        </p:nvSpPr>
        <p:spPr>
          <a:xfrm>
            <a:off x="1003200" y="1331360"/>
            <a:ext cx="10195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Chart Placeholder 4"/>
          <p:cNvSpPr>
            <a:spLocks noGrp="1"/>
          </p:cNvSpPr>
          <p:nvPr>
            <p:ph type="chart" sz="quarter" idx="11"/>
          </p:nvPr>
        </p:nvSpPr>
        <p:spPr>
          <a:xfrm>
            <a:off x="1003200" y="3742126"/>
            <a:ext cx="10195200" cy="2135740"/>
          </a:xfrm>
        </p:spPr>
        <p:txBody>
          <a:bodyPr anchor="ctr"/>
          <a:lstStyle>
            <a:lvl1pPr algn="ctr">
              <a:defRPr/>
            </a:lvl1pPr>
          </a:lstStyle>
          <a:p>
            <a:r>
              <a:rPr lang="en-US"/>
              <a:t>Click icon to add chart</a:t>
            </a:r>
            <a:endParaRPr lang="en-GB" dirty="0"/>
          </a:p>
        </p:txBody>
      </p:sp>
    </p:spTree>
    <p:extLst>
      <p:ext uri="{BB962C8B-B14F-4D97-AF65-F5344CB8AC3E}">
        <p14:creationId xmlns:p14="http://schemas.microsoft.com/office/powerpoint/2010/main" val="7786615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443F486-864A-4617-9E68-0A1C3CD9BA80}"/>
              </a:ext>
            </a:extLst>
          </p:cNvPr>
          <p:cNvSpPr>
            <a:spLocks noGrp="1"/>
          </p:cNvSpPr>
          <p:nvPr>
            <p:ph type="title"/>
          </p:nvPr>
        </p:nvSpPr>
        <p:spPr/>
        <p:txBody>
          <a:bodyPr/>
          <a:lstStyle/>
          <a:p>
            <a:r>
              <a:rPr lang="en-US"/>
              <a:t>Click to edit Master title style</a:t>
            </a:r>
            <a:endParaRPr lang="en-GB" dirty="0"/>
          </a:p>
        </p:txBody>
      </p:sp>
      <p:sp>
        <p:nvSpPr>
          <p:cNvPr id="6" name="Chart Placeholder 4"/>
          <p:cNvSpPr>
            <a:spLocks noGrp="1"/>
          </p:cNvSpPr>
          <p:nvPr>
            <p:ph type="chart" sz="quarter" idx="12"/>
          </p:nvPr>
        </p:nvSpPr>
        <p:spPr>
          <a:xfrm>
            <a:off x="1003200" y="1330126"/>
            <a:ext cx="4968000" cy="4546800"/>
          </a:xfrm>
        </p:spPr>
        <p:txBody>
          <a:bodyPr anchor="ctr"/>
          <a:lstStyle>
            <a:lvl1pPr algn="ctr">
              <a:defRPr/>
            </a:lvl1pPr>
          </a:lstStyle>
          <a:p>
            <a:r>
              <a:rPr lang="en-US"/>
              <a:t>Click icon to add chart</a:t>
            </a:r>
            <a:endParaRPr lang="en-GB" dirty="0"/>
          </a:p>
        </p:txBody>
      </p:sp>
      <p:sp>
        <p:nvSpPr>
          <p:cNvPr id="5" name="Chart Placeholder 4"/>
          <p:cNvSpPr>
            <a:spLocks noGrp="1"/>
          </p:cNvSpPr>
          <p:nvPr>
            <p:ph type="chart" sz="quarter" idx="11"/>
          </p:nvPr>
        </p:nvSpPr>
        <p:spPr>
          <a:xfrm>
            <a:off x="6220800" y="1330126"/>
            <a:ext cx="4968000" cy="4546800"/>
          </a:xfrm>
        </p:spPr>
        <p:txBody>
          <a:bodyPr anchor="ctr"/>
          <a:lstStyle>
            <a:lvl1pPr algn="ctr">
              <a:defRPr/>
            </a:lvl1pPr>
          </a:lstStyle>
          <a:p>
            <a:r>
              <a:rPr lang="en-US"/>
              <a:t>Click icon to add chart</a:t>
            </a:r>
            <a:endParaRPr lang="en-GB" dirty="0"/>
          </a:p>
        </p:txBody>
      </p:sp>
    </p:spTree>
    <p:extLst>
      <p:ext uri="{BB962C8B-B14F-4D97-AF65-F5344CB8AC3E}">
        <p14:creationId xmlns:p14="http://schemas.microsoft.com/office/powerpoint/2010/main" val="22908272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 Column Chart &amp;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dirty="0"/>
          </a:p>
        </p:txBody>
      </p:sp>
      <p:sp>
        <p:nvSpPr>
          <p:cNvPr id="7" name="Text Placeholder 8"/>
          <p:cNvSpPr>
            <a:spLocks noGrp="1"/>
          </p:cNvSpPr>
          <p:nvPr>
            <p:ph type="body" sz="quarter" idx="10"/>
          </p:nvPr>
        </p:nvSpPr>
        <p:spPr>
          <a:xfrm>
            <a:off x="1003200"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Chart Placeholder 4"/>
          <p:cNvSpPr>
            <a:spLocks noGrp="1"/>
          </p:cNvSpPr>
          <p:nvPr>
            <p:ph type="chart" sz="quarter" idx="12"/>
          </p:nvPr>
        </p:nvSpPr>
        <p:spPr>
          <a:xfrm>
            <a:off x="1003200" y="3742126"/>
            <a:ext cx="3187200" cy="2134800"/>
          </a:xfrm>
        </p:spPr>
        <p:txBody>
          <a:bodyPr anchor="ctr"/>
          <a:lstStyle>
            <a:lvl1pPr algn="ctr">
              <a:defRPr/>
            </a:lvl1pPr>
          </a:lstStyle>
          <a:p>
            <a:r>
              <a:rPr lang="en-US"/>
              <a:t>Click icon to add chart</a:t>
            </a:r>
            <a:endParaRPr lang="en-GB" dirty="0"/>
          </a:p>
        </p:txBody>
      </p:sp>
      <p:sp>
        <p:nvSpPr>
          <p:cNvPr id="9" name="Text Placeholder 8"/>
          <p:cNvSpPr>
            <a:spLocks noGrp="1"/>
          </p:cNvSpPr>
          <p:nvPr>
            <p:ph type="body" sz="quarter" idx="14"/>
          </p:nvPr>
        </p:nvSpPr>
        <p:spPr>
          <a:xfrm>
            <a:off x="4507546"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Chart Placeholder 4"/>
          <p:cNvSpPr>
            <a:spLocks noGrp="1"/>
          </p:cNvSpPr>
          <p:nvPr>
            <p:ph type="chart" sz="quarter" idx="11"/>
          </p:nvPr>
        </p:nvSpPr>
        <p:spPr>
          <a:xfrm>
            <a:off x="4507546" y="3742126"/>
            <a:ext cx="3187200" cy="2134800"/>
          </a:xfrm>
        </p:spPr>
        <p:txBody>
          <a:bodyPr anchor="ctr"/>
          <a:lstStyle>
            <a:lvl1pPr algn="ctr">
              <a:defRPr/>
            </a:lvl1pPr>
          </a:lstStyle>
          <a:p>
            <a:r>
              <a:rPr lang="en-US"/>
              <a:t>Click icon to add chart</a:t>
            </a:r>
            <a:endParaRPr lang="en-GB" dirty="0"/>
          </a:p>
        </p:txBody>
      </p:sp>
      <p:sp>
        <p:nvSpPr>
          <p:cNvPr id="10" name="Text Placeholder 8"/>
          <p:cNvSpPr>
            <a:spLocks noGrp="1"/>
          </p:cNvSpPr>
          <p:nvPr>
            <p:ph type="body" sz="quarter" idx="15"/>
          </p:nvPr>
        </p:nvSpPr>
        <p:spPr>
          <a:xfrm>
            <a:off x="8011892"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Chart Placeholder 4"/>
          <p:cNvSpPr>
            <a:spLocks noGrp="1"/>
          </p:cNvSpPr>
          <p:nvPr>
            <p:ph type="chart" sz="quarter" idx="13"/>
          </p:nvPr>
        </p:nvSpPr>
        <p:spPr>
          <a:xfrm>
            <a:off x="8011892" y="3742126"/>
            <a:ext cx="3187200" cy="2134800"/>
          </a:xfrm>
        </p:spPr>
        <p:txBody>
          <a:bodyPr anchor="ctr"/>
          <a:lstStyle>
            <a:lvl1pPr algn="ctr">
              <a:defRPr/>
            </a:lvl1pPr>
          </a:lstStyle>
          <a:p>
            <a:r>
              <a:rPr lang="en-US"/>
              <a:t>Click icon to add chart</a:t>
            </a:r>
            <a:endParaRPr lang="en-GB" dirty="0"/>
          </a:p>
        </p:txBody>
      </p:sp>
    </p:spTree>
    <p:extLst>
      <p:ext uri="{BB962C8B-B14F-4D97-AF65-F5344CB8AC3E}">
        <p14:creationId xmlns:p14="http://schemas.microsoft.com/office/powerpoint/2010/main" val="34413369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x2 Column Text Box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
        <p:nvSpPr>
          <p:cNvPr id="7" name="Text Placeholder 8"/>
          <p:cNvSpPr>
            <a:spLocks noGrp="1"/>
          </p:cNvSpPr>
          <p:nvPr>
            <p:ph type="body" sz="quarter" idx="10"/>
          </p:nvPr>
        </p:nvSpPr>
        <p:spPr>
          <a:xfrm>
            <a:off x="1003200"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ext Placeholder 8"/>
          <p:cNvSpPr>
            <a:spLocks noGrp="1"/>
          </p:cNvSpPr>
          <p:nvPr>
            <p:ph type="body" sz="quarter" idx="14"/>
          </p:nvPr>
        </p:nvSpPr>
        <p:spPr>
          <a:xfrm>
            <a:off x="4507546"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p:cNvSpPr>
            <a:spLocks noGrp="1"/>
          </p:cNvSpPr>
          <p:nvPr>
            <p:ph type="body" sz="quarter" idx="15"/>
          </p:nvPr>
        </p:nvSpPr>
        <p:spPr>
          <a:xfrm>
            <a:off x="8011892"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ext Placeholder 8">
            <a:extLst>
              <a:ext uri="{FF2B5EF4-FFF2-40B4-BE49-F238E27FC236}">
                <a16:creationId xmlns:a16="http://schemas.microsoft.com/office/drawing/2014/main" id="{1D06D152-BD55-94E0-8C82-46C074B55CBF}"/>
              </a:ext>
            </a:extLst>
          </p:cNvPr>
          <p:cNvSpPr>
            <a:spLocks noGrp="1"/>
          </p:cNvSpPr>
          <p:nvPr>
            <p:ph type="body" sz="quarter" idx="16"/>
          </p:nvPr>
        </p:nvSpPr>
        <p:spPr>
          <a:xfrm>
            <a:off x="995364" y="3725798"/>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a:extLst>
              <a:ext uri="{FF2B5EF4-FFF2-40B4-BE49-F238E27FC236}">
                <a16:creationId xmlns:a16="http://schemas.microsoft.com/office/drawing/2014/main" id="{D48C7FB6-6FC2-80AA-3740-BC57A496DAF1}"/>
              </a:ext>
            </a:extLst>
          </p:cNvPr>
          <p:cNvSpPr>
            <a:spLocks noGrp="1"/>
          </p:cNvSpPr>
          <p:nvPr>
            <p:ph type="body" sz="quarter" idx="17"/>
          </p:nvPr>
        </p:nvSpPr>
        <p:spPr>
          <a:xfrm>
            <a:off x="4499710" y="3725798"/>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8">
            <a:extLst>
              <a:ext uri="{FF2B5EF4-FFF2-40B4-BE49-F238E27FC236}">
                <a16:creationId xmlns:a16="http://schemas.microsoft.com/office/drawing/2014/main" id="{FA069AB6-029C-2B15-0CA3-4F5D752F6090}"/>
              </a:ext>
            </a:extLst>
          </p:cNvPr>
          <p:cNvSpPr>
            <a:spLocks noGrp="1"/>
          </p:cNvSpPr>
          <p:nvPr>
            <p:ph type="body" sz="quarter" idx="18"/>
          </p:nvPr>
        </p:nvSpPr>
        <p:spPr>
          <a:xfrm>
            <a:off x="8004056" y="3725798"/>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75200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 Column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dirty="0"/>
          </a:p>
        </p:txBody>
      </p:sp>
      <p:sp>
        <p:nvSpPr>
          <p:cNvPr id="7" name="Text Placeholder 8"/>
          <p:cNvSpPr>
            <a:spLocks noGrp="1"/>
          </p:cNvSpPr>
          <p:nvPr>
            <p:ph type="body" sz="quarter" idx="10"/>
          </p:nvPr>
        </p:nvSpPr>
        <p:spPr>
          <a:xfrm>
            <a:off x="1003200" y="1331360"/>
            <a:ext cx="3187200" cy="47416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ext Placeholder 8"/>
          <p:cNvSpPr>
            <a:spLocks noGrp="1"/>
          </p:cNvSpPr>
          <p:nvPr>
            <p:ph type="body" sz="quarter" idx="14"/>
          </p:nvPr>
        </p:nvSpPr>
        <p:spPr>
          <a:xfrm>
            <a:off x="4507546" y="1331360"/>
            <a:ext cx="3187200" cy="47416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8"/>
          <p:cNvSpPr>
            <a:spLocks noGrp="1"/>
          </p:cNvSpPr>
          <p:nvPr>
            <p:ph type="body" sz="quarter" idx="15"/>
          </p:nvPr>
        </p:nvSpPr>
        <p:spPr>
          <a:xfrm>
            <a:off x="8011892" y="1331360"/>
            <a:ext cx="3187200" cy="47416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6055282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ntro Plus 3 Column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
        <p:nvSpPr>
          <p:cNvPr id="7" name="Text Placeholder 8"/>
          <p:cNvSpPr>
            <a:spLocks noGrp="1"/>
          </p:cNvSpPr>
          <p:nvPr>
            <p:ph type="body" sz="quarter" idx="10"/>
          </p:nvPr>
        </p:nvSpPr>
        <p:spPr>
          <a:xfrm>
            <a:off x="1003200" y="2820839"/>
            <a:ext cx="3108960" cy="32349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Text Placeholder 8"/>
          <p:cNvSpPr>
            <a:spLocks noGrp="1"/>
          </p:cNvSpPr>
          <p:nvPr>
            <p:ph type="body" sz="quarter" idx="14"/>
          </p:nvPr>
        </p:nvSpPr>
        <p:spPr>
          <a:xfrm>
            <a:off x="4541520" y="2820839"/>
            <a:ext cx="3108960" cy="32349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p:cNvSpPr>
            <a:spLocks noGrp="1"/>
          </p:cNvSpPr>
          <p:nvPr>
            <p:ph type="body" sz="quarter" idx="15"/>
          </p:nvPr>
        </p:nvSpPr>
        <p:spPr>
          <a:xfrm>
            <a:off x="8068454" y="2820839"/>
            <a:ext cx="3108960" cy="32349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ext Placeholder 8">
            <a:extLst>
              <a:ext uri="{FF2B5EF4-FFF2-40B4-BE49-F238E27FC236}">
                <a16:creationId xmlns:a16="http://schemas.microsoft.com/office/drawing/2014/main" id="{3C2BBA1E-1C65-878F-EC08-66C62236B456}"/>
              </a:ext>
            </a:extLst>
          </p:cNvPr>
          <p:cNvSpPr>
            <a:spLocks noGrp="1"/>
          </p:cNvSpPr>
          <p:nvPr>
            <p:ph type="body" sz="quarter" idx="16"/>
          </p:nvPr>
        </p:nvSpPr>
        <p:spPr>
          <a:xfrm>
            <a:off x="1003200" y="1331360"/>
            <a:ext cx="10195200" cy="1342829"/>
          </a:xfrm>
        </p:spPr>
        <p:txBody>
          <a:bodyPr/>
          <a:lstStyle/>
          <a:p>
            <a:pPr lvl="0"/>
            <a:r>
              <a:rPr lang="en-US"/>
              <a:t>Click to edit Master text styles</a:t>
            </a:r>
          </a:p>
          <a:p>
            <a:pPr lvl="1"/>
            <a:r>
              <a:rPr lang="en-US"/>
              <a:t>Second level</a:t>
            </a:r>
          </a:p>
          <a:p>
            <a:pPr lvl="2"/>
            <a:r>
              <a:rPr lang="en-US"/>
              <a:t>Third level</a:t>
            </a:r>
          </a:p>
          <a:p>
            <a:pPr lvl="3"/>
            <a:r>
              <a:rPr lang="en-US"/>
              <a:t>Fourth level</a:t>
            </a:r>
            <a:endParaRPr lang="en-GB"/>
          </a:p>
        </p:txBody>
      </p:sp>
    </p:spTree>
    <p:extLst>
      <p:ext uri="{BB962C8B-B14F-4D97-AF65-F5344CB8AC3E}">
        <p14:creationId xmlns:p14="http://schemas.microsoft.com/office/powerpoint/2010/main" val="13212933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rocess 5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6F9AD75-9C5D-491A-8EB6-1E4763A9BC35}"/>
              </a:ext>
            </a:extLst>
          </p:cNvPr>
          <p:cNvSpPr>
            <a:spLocks noGrp="1"/>
          </p:cNvSpPr>
          <p:nvPr>
            <p:ph type="title"/>
          </p:nvPr>
        </p:nvSpPr>
        <p:spPr/>
        <p:txBody>
          <a:bodyPr/>
          <a:lstStyle/>
          <a:p>
            <a:r>
              <a:rPr lang="en-US"/>
              <a:t>Click to edit Master title style</a:t>
            </a:r>
            <a:endParaRPr lang="en-GB" dirty="0"/>
          </a:p>
        </p:txBody>
      </p:sp>
      <p:sp>
        <p:nvSpPr>
          <p:cNvPr id="13" name="Text Placeholder 12"/>
          <p:cNvSpPr>
            <a:spLocks noGrp="1"/>
          </p:cNvSpPr>
          <p:nvPr>
            <p:ph type="body" sz="quarter" idx="14" hasCustomPrompt="1"/>
          </p:nvPr>
        </p:nvSpPr>
        <p:spPr>
          <a:xfrm>
            <a:off x="1003200"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9" name="Text Placeholder 8"/>
          <p:cNvSpPr>
            <a:spLocks noGrp="1"/>
          </p:cNvSpPr>
          <p:nvPr>
            <p:ph type="body" sz="quarter" idx="10"/>
          </p:nvPr>
        </p:nvSpPr>
        <p:spPr>
          <a:xfrm>
            <a:off x="1003201"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5" name="Text Placeholder 12"/>
          <p:cNvSpPr>
            <a:spLocks noGrp="1"/>
          </p:cNvSpPr>
          <p:nvPr>
            <p:ph type="body" sz="quarter" idx="15" hasCustomPrompt="1"/>
          </p:nvPr>
        </p:nvSpPr>
        <p:spPr>
          <a:xfrm>
            <a:off x="3068984"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4" name="Text Placeholder 8"/>
          <p:cNvSpPr>
            <a:spLocks noGrp="1"/>
          </p:cNvSpPr>
          <p:nvPr>
            <p:ph type="body" sz="quarter" idx="11"/>
          </p:nvPr>
        </p:nvSpPr>
        <p:spPr>
          <a:xfrm>
            <a:off x="3068984"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ext Placeholder 12"/>
          <p:cNvSpPr>
            <a:spLocks noGrp="1"/>
          </p:cNvSpPr>
          <p:nvPr>
            <p:ph type="body" sz="quarter" idx="16" hasCustomPrompt="1"/>
          </p:nvPr>
        </p:nvSpPr>
        <p:spPr>
          <a:xfrm>
            <a:off x="5134768"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5" name="Text Placeholder 8"/>
          <p:cNvSpPr>
            <a:spLocks noGrp="1"/>
          </p:cNvSpPr>
          <p:nvPr>
            <p:ph type="body" sz="quarter" idx="12"/>
          </p:nvPr>
        </p:nvSpPr>
        <p:spPr>
          <a:xfrm>
            <a:off x="5134768"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12"/>
          <p:cNvSpPr>
            <a:spLocks noGrp="1"/>
          </p:cNvSpPr>
          <p:nvPr>
            <p:ph type="body" sz="quarter" idx="17" hasCustomPrompt="1"/>
          </p:nvPr>
        </p:nvSpPr>
        <p:spPr>
          <a:xfrm>
            <a:off x="7200552"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6" name="Text Placeholder 8"/>
          <p:cNvSpPr>
            <a:spLocks noGrp="1"/>
          </p:cNvSpPr>
          <p:nvPr>
            <p:ph type="body" sz="quarter" idx="13"/>
          </p:nvPr>
        </p:nvSpPr>
        <p:spPr>
          <a:xfrm>
            <a:off x="720055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ext Placeholder 12"/>
          <p:cNvSpPr>
            <a:spLocks noGrp="1"/>
          </p:cNvSpPr>
          <p:nvPr>
            <p:ph type="body" sz="quarter" idx="18" hasCustomPrompt="1"/>
          </p:nvPr>
        </p:nvSpPr>
        <p:spPr>
          <a:xfrm>
            <a:off x="9266337"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2" name="Text Placeholder 8"/>
          <p:cNvSpPr>
            <a:spLocks noGrp="1"/>
          </p:cNvSpPr>
          <p:nvPr>
            <p:ph type="body" sz="quarter" idx="19"/>
          </p:nvPr>
        </p:nvSpPr>
        <p:spPr>
          <a:xfrm>
            <a:off x="9266337"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8775981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rocess 5 Columns_Cobalt Blu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51C022-C0B7-4310-BC9F-D7C63034FE3A}"/>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dirty="0"/>
          </a:p>
        </p:txBody>
      </p:sp>
      <p:sp>
        <p:nvSpPr>
          <p:cNvPr id="31" name="Text Placeholder 12">
            <a:extLst>
              <a:ext uri="{FF2B5EF4-FFF2-40B4-BE49-F238E27FC236}">
                <a16:creationId xmlns:a16="http://schemas.microsoft.com/office/drawing/2014/main" id="{D3A5B3AC-C2E0-40CF-9D31-036461F790D0}"/>
              </a:ext>
            </a:extLst>
          </p:cNvPr>
          <p:cNvSpPr>
            <a:spLocks noGrp="1"/>
          </p:cNvSpPr>
          <p:nvPr>
            <p:ph type="body" sz="quarter" idx="14" hasCustomPrompt="1"/>
          </p:nvPr>
        </p:nvSpPr>
        <p:spPr>
          <a:xfrm>
            <a:off x="1003200"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27" name="Text Placeholder 8">
            <a:extLst>
              <a:ext uri="{FF2B5EF4-FFF2-40B4-BE49-F238E27FC236}">
                <a16:creationId xmlns:a16="http://schemas.microsoft.com/office/drawing/2014/main" id="{A68D3E60-F95F-4250-92C1-89CF93433E23}"/>
              </a:ext>
            </a:extLst>
          </p:cNvPr>
          <p:cNvSpPr>
            <a:spLocks noGrp="1"/>
          </p:cNvSpPr>
          <p:nvPr>
            <p:ph type="body" sz="quarter" idx="10"/>
          </p:nvPr>
        </p:nvSpPr>
        <p:spPr>
          <a:xfrm>
            <a:off x="1003201"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2" name="Text Placeholder 12">
            <a:extLst>
              <a:ext uri="{FF2B5EF4-FFF2-40B4-BE49-F238E27FC236}">
                <a16:creationId xmlns:a16="http://schemas.microsoft.com/office/drawing/2014/main" id="{969E3860-942E-40E2-A1C8-AF5DF29675F7}"/>
              </a:ext>
            </a:extLst>
          </p:cNvPr>
          <p:cNvSpPr>
            <a:spLocks noGrp="1"/>
          </p:cNvSpPr>
          <p:nvPr>
            <p:ph type="body" sz="quarter" idx="15" hasCustomPrompt="1"/>
          </p:nvPr>
        </p:nvSpPr>
        <p:spPr>
          <a:xfrm>
            <a:off x="3068984"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28" name="Text Placeholder 8">
            <a:extLst>
              <a:ext uri="{FF2B5EF4-FFF2-40B4-BE49-F238E27FC236}">
                <a16:creationId xmlns:a16="http://schemas.microsoft.com/office/drawing/2014/main" id="{8D8E592C-F128-4E4B-970B-BFB5C0F2A492}"/>
              </a:ext>
            </a:extLst>
          </p:cNvPr>
          <p:cNvSpPr>
            <a:spLocks noGrp="1"/>
          </p:cNvSpPr>
          <p:nvPr>
            <p:ph type="body" sz="quarter" idx="11"/>
          </p:nvPr>
        </p:nvSpPr>
        <p:spPr>
          <a:xfrm>
            <a:off x="3068984"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3" name="Text Placeholder 12">
            <a:extLst>
              <a:ext uri="{FF2B5EF4-FFF2-40B4-BE49-F238E27FC236}">
                <a16:creationId xmlns:a16="http://schemas.microsoft.com/office/drawing/2014/main" id="{8E580107-2025-4C04-9884-4A6DBB63DE03}"/>
              </a:ext>
            </a:extLst>
          </p:cNvPr>
          <p:cNvSpPr>
            <a:spLocks noGrp="1"/>
          </p:cNvSpPr>
          <p:nvPr>
            <p:ph type="body" sz="quarter" idx="16" hasCustomPrompt="1"/>
          </p:nvPr>
        </p:nvSpPr>
        <p:spPr>
          <a:xfrm>
            <a:off x="5134768"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29" name="Text Placeholder 8">
            <a:extLst>
              <a:ext uri="{FF2B5EF4-FFF2-40B4-BE49-F238E27FC236}">
                <a16:creationId xmlns:a16="http://schemas.microsoft.com/office/drawing/2014/main" id="{EE6B17CD-E0EF-40A4-A171-4E4B731CE0D9}"/>
              </a:ext>
            </a:extLst>
          </p:cNvPr>
          <p:cNvSpPr>
            <a:spLocks noGrp="1"/>
          </p:cNvSpPr>
          <p:nvPr>
            <p:ph type="body" sz="quarter" idx="12"/>
          </p:nvPr>
        </p:nvSpPr>
        <p:spPr>
          <a:xfrm>
            <a:off x="5134768"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4" name="Text Placeholder 12">
            <a:extLst>
              <a:ext uri="{FF2B5EF4-FFF2-40B4-BE49-F238E27FC236}">
                <a16:creationId xmlns:a16="http://schemas.microsoft.com/office/drawing/2014/main" id="{BC4D5128-392D-4FC9-A83F-FA43203A40D7}"/>
              </a:ext>
            </a:extLst>
          </p:cNvPr>
          <p:cNvSpPr>
            <a:spLocks noGrp="1"/>
          </p:cNvSpPr>
          <p:nvPr>
            <p:ph type="body" sz="quarter" idx="17" hasCustomPrompt="1"/>
          </p:nvPr>
        </p:nvSpPr>
        <p:spPr>
          <a:xfrm>
            <a:off x="7200552"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30" name="Text Placeholder 8">
            <a:extLst>
              <a:ext uri="{FF2B5EF4-FFF2-40B4-BE49-F238E27FC236}">
                <a16:creationId xmlns:a16="http://schemas.microsoft.com/office/drawing/2014/main" id="{03C9A44B-2A8F-416D-A76B-F3A018572E3F}"/>
              </a:ext>
            </a:extLst>
          </p:cNvPr>
          <p:cNvSpPr>
            <a:spLocks noGrp="1"/>
          </p:cNvSpPr>
          <p:nvPr>
            <p:ph type="body" sz="quarter" idx="13"/>
          </p:nvPr>
        </p:nvSpPr>
        <p:spPr>
          <a:xfrm>
            <a:off x="720055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5" name="Text Placeholder 12">
            <a:extLst>
              <a:ext uri="{FF2B5EF4-FFF2-40B4-BE49-F238E27FC236}">
                <a16:creationId xmlns:a16="http://schemas.microsoft.com/office/drawing/2014/main" id="{A8EB5529-8601-4864-9983-FBB672B8B9FF}"/>
              </a:ext>
            </a:extLst>
          </p:cNvPr>
          <p:cNvSpPr>
            <a:spLocks noGrp="1"/>
          </p:cNvSpPr>
          <p:nvPr>
            <p:ph type="body" sz="quarter" idx="18" hasCustomPrompt="1"/>
          </p:nvPr>
        </p:nvSpPr>
        <p:spPr>
          <a:xfrm>
            <a:off x="9266337"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36" name="Text Placeholder 8">
            <a:extLst>
              <a:ext uri="{FF2B5EF4-FFF2-40B4-BE49-F238E27FC236}">
                <a16:creationId xmlns:a16="http://schemas.microsoft.com/office/drawing/2014/main" id="{4715BC67-F699-49E6-B5D7-22ED9DFA817E}"/>
              </a:ext>
            </a:extLst>
          </p:cNvPr>
          <p:cNvSpPr>
            <a:spLocks noGrp="1"/>
          </p:cNvSpPr>
          <p:nvPr>
            <p:ph type="body" sz="quarter" idx="19"/>
          </p:nvPr>
        </p:nvSpPr>
        <p:spPr>
          <a:xfrm>
            <a:off x="9266337"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0132584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rocess 6 Colum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580C36-1E70-46DD-9783-AFD66B7DEC90}"/>
              </a:ext>
              <a:ext uri="{C183D7F6-B498-43B3-948B-1728B52AA6E4}">
                <adec:decorative xmlns:adec="http://schemas.microsoft.com/office/drawing/2017/decorative" val="1"/>
              </a:ext>
            </a:extLst>
          </p:cNvPr>
          <p:cNvSpPr/>
          <p:nvPr userDrawn="1"/>
        </p:nvSpPr>
        <p:spPr>
          <a:xfrm>
            <a:off x="0" y="0"/>
            <a:ext cx="12192000" cy="26860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995363" y="1330325"/>
            <a:ext cx="10185400" cy="538609"/>
          </a:xfrm>
        </p:spPr>
        <p:txBody>
          <a:bodyPr>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9" name="Text Placeholder 8"/>
          <p:cNvSpPr>
            <a:spLocks noGrp="1"/>
          </p:cNvSpPr>
          <p:nvPr>
            <p:ph type="body" sz="quarter" idx="10"/>
          </p:nvPr>
        </p:nvSpPr>
        <p:spPr>
          <a:xfrm>
            <a:off x="1003200"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8"/>
          <p:cNvSpPr>
            <a:spLocks noGrp="1"/>
          </p:cNvSpPr>
          <p:nvPr>
            <p:ph type="body" sz="quarter" idx="11"/>
          </p:nvPr>
        </p:nvSpPr>
        <p:spPr>
          <a:xfrm>
            <a:off x="2720597"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4437994"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6155391"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4" name="Text Placeholder 8">
            <a:extLst>
              <a:ext uri="{FF2B5EF4-FFF2-40B4-BE49-F238E27FC236}">
                <a16:creationId xmlns:a16="http://schemas.microsoft.com/office/drawing/2014/main" id="{E469478F-D315-4922-A7E4-E575455BF352}"/>
              </a:ext>
            </a:extLst>
          </p:cNvPr>
          <p:cNvSpPr>
            <a:spLocks noGrp="1"/>
          </p:cNvSpPr>
          <p:nvPr>
            <p:ph type="body" sz="quarter" idx="20"/>
          </p:nvPr>
        </p:nvSpPr>
        <p:spPr>
          <a:xfrm>
            <a:off x="7872788"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8"/>
          <p:cNvSpPr>
            <a:spLocks noGrp="1"/>
          </p:cNvSpPr>
          <p:nvPr>
            <p:ph type="body" sz="quarter" idx="19"/>
          </p:nvPr>
        </p:nvSpPr>
        <p:spPr>
          <a:xfrm>
            <a:off x="9590187"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9499126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lbat Blue Head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580C36-1E70-46DD-9783-AFD66B7DEC90}"/>
              </a:ext>
              <a:ext uri="{C183D7F6-B498-43B3-948B-1728B52AA6E4}">
                <adec:decorative xmlns:adec="http://schemas.microsoft.com/office/drawing/2017/decorative" val="1"/>
              </a:ext>
            </a:extLst>
          </p:cNvPr>
          <p:cNvSpPr/>
          <p:nvPr userDrawn="1"/>
        </p:nvSpPr>
        <p:spPr>
          <a:xfrm>
            <a:off x="0" y="0"/>
            <a:ext cx="12192000" cy="26860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a:xfrm>
            <a:off x="550703" y="431800"/>
            <a:ext cx="11090114" cy="533400"/>
          </a:xfrm>
        </p:spPr>
        <p:txBody>
          <a:bodyPr/>
          <a:lstStyle>
            <a:lvl1pPr>
              <a:defRPr>
                <a:solidFill>
                  <a:schemeClr val="bg1"/>
                </a:solidFill>
              </a:defRPr>
            </a:lvl1pPr>
          </a:lstStyle>
          <a:p>
            <a:r>
              <a:rPr lang="en-US" dirty="0"/>
              <a:t>Click to edit Master title style</a:t>
            </a:r>
            <a:endParaRPr lang="en-GB" dirty="0"/>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550702" y="1330325"/>
            <a:ext cx="11090113" cy="569387"/>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
        <p:nvSpPr>
          <p:cNvPr id="2" name="Rectangle 1">
            <a:extLst>
              <a:ext uri="{FF2B5EF4-FFF2-40B4-BE49-F238E27FC236}">
                <a16:creationId xmlns:a16="http://schemas.microsoft.com/office/drawing/2014/main" id="{EE7F8BC6-A40F-2A31-6284-85E3C5C8C16E}"/>
              </a:ext>
            </a:extLst>
          </p:cNvPr>
          <p:cNvSpPr/>
          <p:nvPr userDrawn="1"/>
        </p:nvSpPr>
        <p:spPr>
          <a:xfrm>
            <a:off x="7979651" y="4133424"/>
            <a:ext cx="3661166" cy="19202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8" name="Rectangle 7">
            <a:extLst>
              <a:ext uri="{FF2B5EF4-FFF2-40B4-BE49-F238E27FC236}">
                <a16:creationId xmlns:a16="http://schemas.microsoft.com/office/drawing/2014/main" id="{28DA9F3E-20C4-72FD-DFBE-A1BCD399FA93}"/>
              </a:ext>
            </a:extLst>
          </p:cNvPr>
          <p:cNvSpPr/>
          <p:nvPr userDrawn="1"/>
        </p:nvSpPr>
        <p:spPr>
          <a:xfrm>
            <a:off x="4265177" y="4133424"/>
            <a:ext cx="3661166" cy="19202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11" name="Rectangle 10">
            <a:extLst>
              <a:ext uri="{FF2B5EF4-FFF2-40B4-BE49-F238E27FC236}">
                <a16:creationId xmlns:a16="http://schemas.microsoft.com/office/drawing/2014/main" id="{FFA6F77D-F5AF-4E7D-67F1-ECFAC4887E38}"/>
              </a:ext>
            </a:extLst>
          </p:cNvPr>
          <p:cNvSpPr/>
          <p:nvPr userDrawn="1"/>
        </p:nvSpPr>
        <p:spPr>
          <a:xfrm>
            <a:off x="550863" y="4133424"/>
            <a:ext cx="3661166" cy="19202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13" name="Rectangle 12">
            <a:extLst>
              <a:ext uri="{FF2B5EF4-FFF2-40B4-BE49-F238E27FC236}">
                <a16:creationId xmlns:a16="http://schemas.microsoft.com/office/drawing/2014/main" id="{3028B10C-4757-2FEA-4700-EDC6787854DC}"/>
              </a:ext>
            </a:extLst>
          </p:cNvPr>
          <p:cNvSpPr/>
          <p:nvPr userDrawn="1"/>
        </p:nvSpPr>
        <p:spPr>
          <a:xfrm>
            <a:off x="550703" y="2084471"/>
            <a:ext cx="3661326" cy="1920240"/>
          </a:xfrm>
          <a:prstGeom prst="rect">
            <a:avLst/>
          </a:prstGeom>
          <a:solidFill>
            <a:schemeClr val="bg1"/>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600" dirty="0" err="1">
              <a:solidFill>
                <a:schemeClr val="bg1"/>
              </a:solidFill>
            </a:endParaRPr>
          </a:p>
        </p:txBody>
      </p:sp>
      <p:sp>
        <p:nvSpPr>
          <p:cNvPr id="15" name="Rectangle 14">
            <a:extLst>
              <a:ext uri="{FF2B5EF4-FFF2-40B4-BE49-F238E27FC236}">
                <a16:creationId xmlns:a16="http://schemas.microsoft.com/office/drawing/2014/main" id="{47CF0522-0491-E5FF-1122-F7F6B19D8468}"/>
              </a:ext>
            </a:extLst>
          </p:cNvPr>
          <p:cNvSpPr/>
          <p:nvPr userDrawn="1"/>
        </p:nvSpPr>
        <p:spPr>
          <a:xfrm>
            <a:off x="4265177" y="2084471"/>
            <a:ext cx="3661326" cy="1920240"/>
          </a:xfrm>
          <a:prstGeom prst="rect">
            <a:avLst/>
          </a:prstGeom>
          <a:solidFill>
            <a:schemeClr val="bg1"/>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16" name="Rectangle 15">
            <a:extLst>
              <a:ext uri="{FF2B5EF4-FFF2-40B4-BE49-F238E27FC236}">
                <a16:creationId xmlns:a16="http://schemas.microsoft.com/office/drawing/2014/main" id="{5466C772-63D8-F1C3-B695-4484261136B3}"/>
              </a:ext>
            </a:extLst>
          </p:cNvPr>
          <p:cNvSpPr/>
          <p:nvPr userDrawn="1"/>
        </p:nvSpPr>
        <p:spPr>
          <a:xfrm>
            <a:off x="7979651" y="2084471"/>
            <a:ext cx="3661326" cy="1920240"/>
          </a:xfrm>
          <a:prstGeom prst="rect">
            <a:avLst/>
          </a:prstGeom>
          <a:solidFill>
            <a:schemeClr val="bg1"/>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Tree>
    <p:extLst>
      <p:ext uri="{BB962C8B-B14F-4D97-AF65-F5344CB8AC3E}">
        <p14:creationId xmlns:p14="http://schemas.microsoft.com/office/powerpoint/2010/main" val="39684414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Colbat Blue Head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580C36-1E70-46DD-9783-AFD66B7DEC90}"/>
              </a:ext>
              <a:ext uri="{C183D7F6-B498-43B3-948B-1728B52AA6E4}">
                <adec:decorative xmlns:adec="http://schemas.microsoft.com/office/drawing/2017/decorative" val="1"/>
              </a:ext>
            </a:extLst>
          </p:cNvPr>
          <p:cNvSpPr/>
          <p:nvPr userDrawn="1"/>
        </p:nvSpPr>
        <p:spPr>
          <a:xfrm>
            <a:off x="0" y="0"/>
            <a:ext cx="12192000" cy="26860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a:xfrm>
            <a:off x="550703" y="431800"/>
            <a:ext cx="11090114" cy="533400"/>
          </a:xfrm>
        </p:spPr>
        <p:txBody>
          <a:bodyPr/>
          <a:lstStyle>
            <a:lvl1pPr>
              <a:defRPr>
                <a:solidFill>
                  <a:schemeClr val="bg1"/>
                </a:solidFill>
              </a:defRPr>
            </a:lvl1pPr>
          </a:lstStyle>
          <a:p>
            <a:r>
              <a:rPr lang="en-US" dirty="0"/>
              <a:t>Click to edit Master title style</a:t>
            </a:r>
            <a:endParaRPr lang="en-GB" dirty="0"/>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550702" y="1330325"/>
            <a:ext cx="11090113" cy="569387"/>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
        <p:nvSpPr>
          <p:cNvPr id="2" name="Rectangle 1">
            <a:extLst>
              <a:ext uri="{FF2B5EF4-FFF2-40B4-BE49-F238E27FC236}">
                <a16:creationId xmlns:a16="http://schemas.microsoft.com/office/drawing/2014/main" id="{EE7F8BC6-A40F-2A31-6284-85E3C5C8C16E}"/>
              </a:ext>
            </a:extLst>
          </p:cNvPr>
          <p:cNvSpPr/>
          <p:nvPr userDrawn="1"/>
        </p:nvSpPr>
        <p:spPr>
          <a:xfrm>
            <a:off x="7979651" y="4237121"/>
            <a:ext cx="3661166" cy="20447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8" name="Rectangle 7">
            <a:extLst>
              <a:ext uri="{FF2B5EF4-FFF2-40B4-BE49-F238E27FC236}">
                <a16:creationId xmlns:a16="http://schemas.microsoft.com/office/drawing/2014/main" id="{28DA9F3E-20C4-72FD-DFBE-A1BCD399FA93}"/>
              </a:ext>
            </a:extLst>
          </p:cNvPr>
          <p:cNvSpPr/>
          <p:nvPr userDrawn="1"/>
        </p:nvSpPr>
        <p:spPr>
          <a:xfrm>
            <a:off x="4265177" y="4237121"/>
            <a:ext cx="3661166" cy="20447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11" name="Rectangle 10">
            <a:extLst>
              <a:ext uri="{FF2B5EF4-FFF2-40B4-BE49-F238E27FC236}">
                <a16:creationId xmlns:a16="http://schemas.microsoft.com/office/drawing/2014/main" id="{FFA6F77D-F5AF-4E7D-67F1-ECFAC4887E38}"/>
              </a:ext>
            </a:extLst>
          </p:cNvPr>
          <p:cNvSpPr/>
          <p:nvPr userDrawn="1"/>
        </p:nvSpPr>
        <p:spPr>
          <a:xfrm>
            <a:off x="550863" y="4237121"/>
            <a:ext cx="3661166" cy="20447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13" name="Rectangle 12">
            <a:extLst>
              <a:ext uri="{FF2B5EF4-FFF2-40B4-BE49-F238E27FC236}">
                <a16:creationId xmlns:a16="http://schemas.microsoft.com/office/drawing/2014/main" id="{3028B10C-4757-2FEA-4700-EDC6787854DC}"/>
              </a:ext>
            </a:extLst>
          </p:cNvPr>
          <p:cNvSpPr/>
          <p:nvPr userDrawn="1"/>
        </p:nvSpPr>
        <p:spPr>
          <a:xfrm>
            <a:off x="550703" y="2084471"/>
            <a:ext cx="3661326" cy="2044700"/>
          </a:xfrm>
          <a:prstGeom prst="rect">
            <a:avLst/>
          </a:prstGeom>
          <a:solidFill>
            <a:schemeClr val="bg1"/>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600" dirty="0" err="1">
              <a:solidFill>
                <a:schemeClr val="bg1"/>
              </a:solidFill>
            </a:endParaRPr>
          </a:p>
        </p:txBody>
      </p:sp>
      <p:sp>
        <p:nvSpPr>
          <p:cNvPr id="15" name="Rectangle 14">
            <a:extLst>
              <a:ext uri="{FF2B5EF4-FFF2-40B4-BE49-F238E27FC236}">
                <a16:creationId xmlns:a16="http://schemas.microsoft.com/office/drawing/2014/main" id="{47CF0522-0491-E5FF-1122-F7F6B19D8468}"/>
              </a:ext>
            </a:extLst>
          </p:cNvPr>
          <p:cNvSpPr/>
          <p:nvPr userDrawn="1"/>
        </p:nvSpPr>
        <p:spPr>
          <a:xfrm>
            <a:off x="4265177" y="2084471"/>
            <a:ext cx="3661326" cy="2044700"/>
          </a:xfrm>
          <a:prstGeom prst="rect">
            <a:avLst/>
          </a:prstGeom>
          <a:solidFill>
            <a:schemeClr val="bg1"/>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16" name="Rectangle 15">
            <a:extLst>
              <a:ext uri="{FF2B5EF4-FFF2-40B4-BE49-F238E27FC236}">
                <a16:creationId xmlns:a16="http://schemas.microsoft.com/office/drawing/2014/main" id="{5466C772-63D8-F1C3-B695-4484261136B3}"/>
              </a:ext>
            </a:extLst>
          </p:cNvPr>
          <p:cNvSpPr/>
          <p:nvPr userDrawn="1"/>
        </p:nvSpPr>
        <p:spPr>
          <a:xfrm>
            <a:off x="7979651" y="2084471"/>
            <a:ext cx="3661326" cy="2044700"/>
          </a:xfrm>
          <a:prstGeom prst="rect">
            <a:avLst/>
          </a:prstGeom>
          <a:solidFill>
            <a:schemeClr val="bg1"/>
          </a:solidFill>
          <a:ln>
            <a:solidFill>
              <a:srgbClr val="1E49E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17" name="Text Placeholder 26">
            <a:extLst>
              <a:ext uri="{FF2B5EF4-FFF2-40B4-BE49-F238E27FC236}">
                <a16:creationId xmlns:a16="http://schemas.microsoft.com/office/drawing/2014/main" id="{9CB1716E-8506-64B3-BA3F-FD948513445C}"/>
              </a:ext>
            </a:extLst>
          </p:cNvPr>
          <p:cNvSpPr>
            <a:spLocks noGrp="1"/>
          </p:cNvSpPr>
          <p:nvPr>
            <p:ph type="body" sz="quarter" idx="11"/>
          </p:nvPr>
        </p:nvSpPr>
        <p:spPr>
          <a:xfrm>
            <a:off x="787240" y="2316246"/>
            <a:ext cx="3188022" cy="15811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Text Placeholder 26">
            <a:extLst>
              <a:ext uri="{FF2B5EF4-FFF2-40B4-BE49-F238E27FC236}">
                <a16:creationId xmlns:a16="http://schemas.microsoft.com/office/drawing/2014/main" id="{B1BC373E-9582-EF59-EF6D-37512170BABD}"/>
              </a:ext>
            </a:extLst>
          </p:cNvPr>
          <p:cNvSpPr>
            <a:spLocks noGrp="1"/>
          </p:cNvSpPr>
          <p:nvPr>
            <p:ph type="body" sz="quarter" idx="12"/>
          </p:nvPr>
        </p:nvSpPr>
        <p:spPr>
          <a:xfrm>
            <a:off x="4502105" y="2316246"/>
            <a:ext cx="3188022" cy="15811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9" name="Text Placeholder 26">
            <a:extLst>
              <a:ext uri="{FF2B5EF4-FFF2-40B4-BE49-F238E27FC236}">
                <a16:creationId xmlns:a16="http://schemas.microsoft.com/office/drawing/2014/main" id="{97612B80-F28D-7762-04C0-9E5C439B8BE3}"/>
              </a:ext>
            </a:extLst>
          </p:cNvPr>
          <p:cNvSpPr>
            <a:spLocks noGrp="1"/>
          </p:cNvSpPr>
          <p:nvPr>
            <p:ph type="body" sz="quarter" idx="13"/>
          </p:nvPr>
        </p:nvSpPr>
        <p:spPr>
          <a:xfrm>
            <a:off x="8216579" y="2316246"/>
            <a:ext cx="3188022" cy="15811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26">
            <a:extLst>
              <a:ext uri="{FF2B5EF4-FFF2-40B4-BE49-F238E27FC236}">
                <a16:creationId xmlns:a16="http://schemas.microsoft.com/office/drawing/2014/main" id="{7BEFFDF0-2690-F057-0726-C0419FB462AF}"/>
              </a:ext>
            </a:extLst>
          </p:cNvPr>
          <p:cNvSpPr>
            <a:spLocks noGrp="1"/>
          </p:cNvSpPr>
          <p:nvPr>
            <p:ph type="body" sz="quarter" idx="14"/>
          </p:nvPr>
        </p:nvSpPr>
        <p:spPr>
          <a:xfrm>
            <a:off x="787240" y="4468896"/>
            <a:ext cx="3188022" cy="15811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1" name="Text Placeholder 26">
            <a:extLst>
              <a:ext uri="{FF2B5EF4-FFF2-40B4-BE49-F238E27FC236}">
                <a16:creationId xmlns:a16="http://schemas.microsoft.com/office/drawing/2014/main" id="{7D9C0A95-6403-1B38-39C4-025A7315A1B0}"/>
              </a:ext>
            </a:extLst>
          </p:cNvPr>
          <p:cNvSpPr>
            <a:spLocks noGrp="1"/>
          </p:cNvSpPr>
          <p:nvPr>
            <p:ph type="body" sz="quarter" idx="15"/>
          </p:nvPr>
        </p:nvSpPr>
        <p:spPr>
          <a:xfrm>
            <a:off x="4502105" y="4468896"/>
            <a:ext cx="3188022" cy="15811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2" name="Text Placeholder 26">
            <a:extLst>
              <a:ext uri="{FF2B5EF4-FFF2-40B4-BE49-F238E27FC236}">
                <a16:creationId xmlns:a16="http://schemas.microsoft.com/office/drawing/2014/main" id="{E6EECF8E-A5D3-3B17-2265-4B428C72E99E}"/>
              </a:ext>
            </a:extLst>
          </p:cNvPr>
          <p:cNvSpPr>
            <a:spLocks noGrp="1"/>
          </p:cNvSpPr>
          <p:nvPr>
            <p:ph type="body" sz="quarter" idx="16"/>
          </p:nvPr>
        </p:nvSpPr>
        <p:spPr>
          <a:xfrm>
            <a:off x="8216579" y="4468896"/>
            <a:ext cx="3188022" cy="158115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Box 3">
            <a:extLst>
              <a:ext uri="{FF2B5EF4-FFF2-40B4-BE49-F238E27FC236}">
                <a16:creationId xmlns:a16="http://schemas.microsoft.com/office/drawing/2014/main" id="{CD6F1049-3745-2079-5B7D-5A22F36C18F5}"/>
              </a:ext>
            </a:extLst>
          </p:cNvPr>
          <p:cNvSpPr txBox="1"/>
          <p:nvPr userDrawn="1"/>
        </p:nvSpPr>
        <p:spPr>
          <a:xfrm>
            <a:off x="7690127" y="0"/>
            <a:ext cx="2104322" cy="1018095"/>
          </a:xfrm>
          <a:prstGeom prst="rect">
            <a:avLst/>
          </a:prstGeom>
          <a:solidFill>
            <a:schemeClr val="accent6"/>
          </a:solidFill>
        </p:spPr>
        <p:txBody>
          <a:bodyPr vert="horz" wrap="square" lIns="0" tIns="0" rIns="0" bIns="0" rtlCol="0" anchor="ctr" anchorCtr="0">
            <a:noAutofit/>
          </a:bodyPr>
          <a:lstStyle/>
          <a:p>
            <a:pPr algn="ctr">
              <a:spcAft>
                <a:spcPts val="600"/>
              </a:spcAft>
            </a:pPr>
            <a:r>
              <a:rPr lang="en-US" sz="1500" b="1" dirty="0">
                <a:solidFill>
                  <a:schemeClr val="bg1"/>
                </a:solidFill>
              </a:rPr>
              <a:t>Needs fixing</a:t>
            </a:r>
          </a:p>
        </p:txBody>
      </p:sp>
    </p:spTree>
    <p:extLst>
      <p:ext uri="{BB962C8B-B14F-4D97-AF65-F5344CB8AC3E}">
        <p14:creationId xmlns:p14="http://schemas.microsoft.com/office/powerpoint/2010/main" val="36629005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cess 4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E70D7C0-6953-439A-A54E-CED56520F828}"/>
              </a:ext>
            </a:extLst>
          </p:cNvPr>
          <p:cNvSpPr>
            <a:spLocks noGrp="1"/>
          </p:cNvSpPr>
          <p:nvPr>
            <p:ph type="title"/>
          </p:nvPr>
        </p:nvSpPr>
        <p:spPr/>
        <p:txBody>
          <a:bodyPr/>
          <a:lstStyle/>
          <a:p>
            <a:r>
              <a:rPr lang="en-US"/>
              <a:t>Click to edit Master title style</a:t>
            </a:r>
            <a:endParaRPr lang="en-GB" dirty="0"/>
          </a:p>
        </p:txBody>
      </p:sp>
      <p:sp>
        <p:nvSpPr>
          <p:cNvPr id="13" name="Text Placeholder 12"/>
          <p:cNvSpPr>
            <a:spLocks noGrp="1"/>
          </p:cNvSpPr>
          <p:nvPr>
            <p:ph type="body" sz="quarter" idx="14" hasCustomPrompt="1"/>
          </p:nvPr>
        </p:nvSpPr>
        <p:spPr>
          <a:xfrm>
            <a:off x="1003200"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9" name="Text Placeholder 8"/>
          <p:cNvSpPr>
            <a:spLocks noGrp="1"/>
          </p:cNvSpPr>
          <p:nvPr>
            <p:ph type="body" sz="quarter" idx="10"/>
          </p:nvPr>
        </p:nvSpPr>
        <p:spPr>
          <a:xfrm>
            <a:off x="100320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5" name="Text Placeholder 12"/>
          <p:cNvSpPr>
            <a:spLocks noGrp="1"/>
          </p:cNvSpPr>
          <p:nvPr>
            <p:ph type="body" sz="quarter" idx="15" hasCustomPrompt="1"/>
          </p:nvPr>
        </p:nvSpPr>
        <p:spPr>
          <a:xfrm>
            <a:off x="3593775"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4" name="Text Placeholder 8"/>
          <p:cNvSpPr>
            <a:spLocks noGrp="1"/>
          </p:cNvSpPr>
          <p:nvPr>
            <p:ph type="body" sz="quarter" idx="11"/>
          </p:nvPr>
        </p:nvSpPr>
        <p:spPr>
          <a:xfrm>
            <a:off x="3593775"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ext Placeholder 12"/>
          <p:cNvSpPr>
            <a:spLocks noGrp="1"/>
          </p:cNvSpPr>
          <p:nvPr>
            <p:ph type="body" sz="quarter" idx="16" hasCustomPrompt="1"/>
          </p:nvPr>
        </p:nvSpPr>
        <p:spPr>
          <a:xfrm>
            <a:off x="6184350"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5" name="Text Placeholder 8"/>
          <p:cNvSpPr>
            <a:spLocks noGrp="1"/>
          </p:cNvSpPr>
          <p:nvPr>
            <p:ph type="body" sz="quarter" idx="12"/>
          </p:nvPr>
        </p:nvSpPr>
        <p:spPr>
          <a:xfrm>
            <a:off x="618435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12"/>
          <p:cNvSpPr>
            <a:spLocks noGrp="1"/>
          </p:cNvSpPr>
          <p:nvPr>
            <p:ph type="body" sz="quarter" idx="17" hasCustomPrompt="1"/>
          </p:nvPr>
        </p:nvSpPr>
        <p:spPr>
          <a:xfrm>
            <a:off x="8774926"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6" name="Text Placeholder 8"/>
          <p:cNvSpPr>
            <a:spLocks noGrp="1"/>
          </p:cNvSpPr>
          <p:nvPr>
            <p:ph type="body" sz="quarter" idx="13"/>
          </p:nvPr>
        </p:nvSpPr>
        <p:spPr>
          <a:xfrm>
            <a:off x="8774926"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6838659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rocess 4 Columns_Cobalt Blu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90D0D6-CEB9-47AA-B0BF-EB213FE3B803}"/>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dirty="0"/>
          </a:p>
        </p:txBody>
      </p:sp>
      <p:sp>
        <p:nvSpPr>
          <p:cNvPr id="19" name="Text Placeholder 12">
            <a:extLst>
              <a:ext uri="{FF2B5EF4-FFF2-40B4-BE49-F238E27FC236}">
                <a16:creationId xmlns:a16="http://schemas.microsoft.com/office/drawing/2014/main" id="{3C84B130-9B9F-460C-87A1-4E3012ECEA7A}"/>
              </a:ext>
            </a:extLst>
          </p:cNvPr>
          <p:cNvSpPr>
            <a:spLocks noGrp="1"/>
          </p:cNvSpPr>
          <p:nvPr>
            <p:ph type="body" sz="quarter" idx="14" hasCustomPrompt="1"/>
          </p:nvPr>
        </p:nvSpPr>
        <p:spPr>
          <a:xfrm>
            <a:off x="1003200"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1" name="Text Placeholder 8">
            <a:extLst>
              <a:ext uri="{FF2B5EF4-FFF2-40B4-BE49-F238E27FC236}">
                <a16:creationId xmlns:a16="http://schemas.microsoft.com/office/drawing/2014/main" id="{ABA5FBEF-FE77-4CC8-B2D5-D94327DAF658}"/>
              </a:ext>
            </a:extLst>
          </p:cNvPr>
          <p:cNvSpPr>
            <a:spLocks noGrp="1"/>
          </p:cNvSpPr>
          <p:nvPr>
            <p:ph type="body" sz="quarter" idx="10"/>
          </p:nvPr>
        </p:nvSpPr>
        <p:spPr>
          <a:xfrm>
            <a:off x="100320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12">
            <a:extLst>
              <a:ext uri="{FF2B5EF4-FFF2-40B4-BE49-F238E27FC236}">
                <a16:creationId xmlns:a16="http://schemas.microsoft.com/office/drawing/2014/main" id="{FC076374-F8FA-413A-9C7F-81C823512353}"/>
              </a:ext>
            </a:extLst>
          </p:cNvPr>
          <p:cNvSpPr>
            <a:spLocks noGrp="1"/>
          </p:cNvSpPr>
          <p:nvPr>
            <p:ph type="body" sz="quarter" idx="15" hasCustomPrompt="1"/>
          </p:nvPr>
        </p:nvSpPr>
        <p:spPr>
          <a:xfrm>
            <a:off x="3593775"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2" name="Text Placeholder 8">
            <a:extLst>
              <a:ext uri="{FF2B5EF4-FFF2-40B4-BE49-F238E27FC236}">
                <a16:creationId xmlns:a16="http://schemas.microsoft.com/office/drawing/2014/main" id="{659D9BAA-2BF4-4A94-BAA4-5D091A296246}"/>
              </a:ext>
            </a:extLst>
          </p:cNvPr>
          <p:cNvSpPr>
            <a:spLocks noGrp="1"/>
          </p:cNvSpPr>
          <p:nvPr>
            <p:ph type="body" sz="quarter" idx="11"/>
          </p:nvPr>
        </p:nvSpPr>
        <p:spPr>
          <a:xfrm>
            <a:off x="3593775"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1" name="Text Placeholder 12">
            <a:extLst>
              <a:ext uri="{FF2B5EF4-FFF2-40B4-BE49-F238E27FC236}">
                <a16:creationId xmlns:a16="http://schemas.microsoft.com/office/drawing/2014/main" id="{92DC24D7-E120-435A-8A2A-98E939AC4C9C}"/>
              </a:ext>
            </a:extLst>
          </p:cNvPr>
          <p:cNvSpPr>
            <a:spLocks noGrp="1"/>
          </p:cNvSpPr>
          <p:nvPr>
            <p:ph type="body" sz="quarter" idx="16" hasCustomPrompt="1"/>
          </p:nvPr>
        </p:nvSpPr>
        <p:spPr>
          <a:xfrm>
            <a:off x="6184350"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4" name="Text Placeholder 8">
            <a:extLst>
              <a:ext uri="{FF2B5EF4-FFF2-40B4-BE49-F238E27FC236}">
                <a16:creationId xmlns:a16="http://schemas.microsoft.com/office/drawing/2014/main" id="{E3D170C1-7106-44D2-A62F-A804F244A090}"/>
              </a:ext>
            </a:extLst>
          </p:cNvPr>
          <p:cNvSpPr>
            <a:spLocks noGrp="1"/>
          </p:cNvSpPr>
          <p:nvPr>
            <p:ph type="body" sz="quarter" idx="12"/>
          </p:nvPr>
        </p:nvSpPr>
        <p:spPr>
          <a:xfrm>
            <a:off x="618435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2" name="Text Placeholder 12">
            <a:extLst>
              <a:ext uri="{FF2B5EF4-FFF2-40B4-BE49-F238E27FC236}">
                <a16:creationId xmlns:a16="http://schemas.microsoft.com/office/drawing/2014/main" id="{41F15369-328E-43E6-894F-1F86414EB3F0}"/>
              </a:ext>
            </a:extLst>
          </p:cNvPr>
          <p:cNvSpPr>
            <a:spLocks noGrp="1"/>
          </p:cNvSpPr>
          <p:nvPr>
            <p:ph type="body" sz="quarter" idx="17" hasCustomPrompt="1"/>
          </p:nvPr>
        </p:nvSpPr>
        <p:spPr>
          <a:xfrm>
            <a:off x="8774926"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8" name="Text Placeholder 8">
            <a:extLst>
              <a:ext uri="{FF2B5EF4-FFF2-40B4-BE49-F238E27FC236}">
                <a16:creationId xmlns:a16="http://schemas.microsoft.com/office/drawing/2014/main" id="{5DDAC4CF-AC2F-4D83-9FB0-DDFB71EE9A2C}"/>
              </a:ext>
            </a:extLst>
          </p:cNvPr>
          <p:cNvSpPr>
            <a:spLocks noGrp="1"/>
          </p:cNvSpPr>
          <p:nvPr>
            <p:ph type="body" sz="quarter" idx="13"/>
          </p:nvPr>
        </p:nvSpPr>
        <p:spPr>
          <a:xfrm>
            <a:off x="8774926"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2733415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ad Box with Icon and Center Text Box">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CCA206-C726-4930-8059-66751EC1483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dirty="0"/>
          </a:p>
        </p:txBody>
      </p:sp>
      <p:sp>
        <p:nvSpPr>
          <p:cNvPr id="17" name="Text Placeholder 16">
            <a:extLst>
              <a:ext uri="{FF2B5EF4-FFF2-40B4-BE49-F238E27FC236}">
                <a16:creationId xmlns:a16="http://schemas.microsoft.com/office/drawing/2014/main" id="{919862B5-E58D-4F98-8070-F04E6659AC38}"/>
              </a:ext>
            </a:extLst>
          </p:cNvPr>
          <p:cNvSpPr>
            <a:spLocks noGrp="1"/>
          </p:cNvSpPr>
          <p:nvPr>
            <p:ph type="body" sz="quarter" idx="53"/>
          </p:nvPr>
        </p:nvSpPr>
        <p:spPr>
          <a:xfrm>
            <a:off x="1003346" y="1330325"/>
            <a:ext cx="4967685" cy="2132614"/>
          </a:xfrm>
          <a:custGeom>
            <a:avLst/>
            <a:gdLst>
              <a:gd name="connsiteX0" fmla="*/ 0 w 4967685"/>
              <a:gd name="connsiteY0" fmla="*/ 0 h 2132614"/>
              <a:gd name="connsiteX1" fmla="*/ 4967685 w 4967685"/>
              <a:gd name="connsiteY1" fmla="*/ 0 h 2132614"/>
              <a:gd name="connsiteX2" fmla="*/ 4967685 w 4967685"/>
              <a:gd name="connsiteY2" fmla="*/ 1013538 h 2132614"/>
              <a:gd name="connsiteX3" fmla="*/ 3364916 w 4967685"/>
              <a:gd name="connsiteY3" fmla="*/ 1013538 h 2132614"/>
              <a:gd name="connsiteX4" fmla="*/ 3364916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4967685" y="0"/>
                </a:lnTo>
                <a:lnTo>
                  <a:pt x="4967685" y="1013538"/>
                </a:lnTo>
                <a:lnTo>
                  <a:pt x="3364916" y="1013538"/>
                </a:lnTo>
                <a:lnTo>
                  <a:pt x="3364916" y="2132614"/>
                </a:lnTo>
                <a:lnTo>
                  <a:pt x="0" y="2132614"/>
                </a:lnTo>
                <a:close/>
              </a:path>
            </a:pathLst>
          </a:custGeom>
          <a:solidFill>
            <a:schemeClr val="accent1">
              <a:lumMod val="20000"/>
              <a:lumOff val="80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Text Placeholder 17">
            <a:extLst>
              <a:ext uri="{FF2B5EF4-FFF2-40B4-BE49-F238E27FC236}">
                <a16:creationId xmlns:a16="http://schemas.microsoft.com/office/drawing/2014/main" id="{AEEBDCDC-F212-4ED4-8D32-7B1BC919EF2D}"/>
              </a:ext>
            </a:extLst>
          </p:cNvPr>
          <p:cNvSpPr>
            <a:spLocks noGrp="1"/>
          </p:cNvSpPr>
          <p:nvPr>
            <p:ph type="body" sz="quarter" idx="55"/>
          </p:nvPr>
        </p:nvSpPr>
        <p:spPr>
          <a:xfrm>
            <a:off x="6232260" y="1330325"/>
            <a:ext cx="4970724" cy="2132614"/>
          </a:xfrm>
          <a:custGeom>
            <a:avLst/>
            <a:gdLst>
              <a:gd name="connsiteX0" fmla="*/ 0 w 4970724"/>
              <a:gd name="connsiteY0" fmla="*/ 0 h 2132614"/>
              <a:gd name="connsiteX1" fmla="*/ 4970724 w 4970724"/>
              <a:gd name="connsiteY1" fmla="*/ 0 h 2132614"/>
              <a:gd name="connsiteX2" fmla="*/ 4970724 w 4970724"/>
              <a:gd name="connsiteY2" fmla="*/ 2132614 h 2132614"/>
              <a:gd name="connsiteX3" fmla="*/ 1602767 w 4970724"/>
              <a:gd name="connsiteY3" fmla="*/ 2132614 h 2132614"/>
              <a:gd name="connsiteX4" fmla="*/ 1602767 w 4970724"/>
              <a:gd name="connsiteY4" fmla="*/ 1013538 h 2132614"/>
              <a:gd name="connsiteX5" fmla="*/ 0 w 4970724"/>
              <a:gd name="connsiteY5" fmla="*/ 1013538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0" y="0"/>
                </a:moveTo>
                <a:lnTo>
                  <a:pt x="4970724" y="0"/>
                </a:lnTo>
                <a:lnTo>
                  <a:pt x="4970724" y="2132614"/>
                </a:lnTo>
                <a:lnTo>
                  <a:pt x="1602767" y="2132614"/>
                </a:lnTo>
                <a:lnTo>
                  <a:pt x="1602767" y="1013538"/>
                </a:lnTo>
                <a:lnTo>
                  <a:pt x="0" y="1013538"/>
                </a:lnTo>
                <a:close/>
              </a:path>
            </a:pathLst>
          </a:custGeom>
          <a:solidFill>
            <a:schemeClr val="accent1">
              <a:lumMod val="20000"/>
              <a:lumOff val="80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6" name="Text Placeholder 10"/>
          <p:cNvSpPr>
            <a:spLocks noGrp="1"/>
          </p:cNvSpPr>
          <p:nvPr>
            <p:ph type="body" sz="quarter" idx="21"/>
          </p:nvPr>
        </p:nvSpPr>
        <p:spPr bwMode="gray">
          <a:xfrm>
            <a:off x="4571176" y="2546022"/>
            <a:ext cx="3049649" cy="2118398"/>
          </a:xfrm>
          <a:prstGeom prst="rect">
            <a:avLst/>
          </a:prstGeom>
          <a:solidFill>
            <a:schemeClr val="accent1"/>
          </a:solidFill>
          <a:ln>
            <a:noFill/>
          </a:ln>
        </p:spPr>
        <p:txBody>
          <a:bodyPr lIns="108000" tIns="108000" rIns="108000" bIns="108000" anchor="ctr" anchorCtr="1">
            <a:noAutofit/>
          </a:bodyPr>
          <a:lstStyle>
            <a:lvl1pPr algn="ctr">
              <a:defRPr sz="1400">
                <a:solidFill>
                  <a:schemeClr val="bg1"/>
                </a:solidFill>
                <a:latin typeface="+mn-lt"/>
                <a:cs typeface="Arial" panose="020B0604020202020204" pitchFamily="34" charset="0"/>
              </a:defRPr>
            </a:lvl1pPr>
          </a:lstStyle>
          <a:p>
            <a:pPr lvl="0"/>
            <a:r>
              <a:rPr lang="en-US"/>
              <a:t>Click to edit Master text styles</a:t>
            </a:r>
          </a:p>
        </p:txBody>
      </p:sp>
      <p:sp>
        <p:nvSpPr>
          <p:cNvPr id="20" name="Text Placeholder 19">
            <a:extLst>
              <a:ext uri="{FF2B5EF4-FFF2-40B4-BE49-F238E27FC236}">
                <a16:creationId xmlns:a16="http://schemas.microsoft.com/office/drawing/2014/main" id="{BE0E984E-3A85-42BD-A2C6-26D3EB300D8B}"/>
              </a:ext>
            </a:extLst>
          </p:cNvPr>
          <p:cNvSpPr>
            <a:spLocks noGrp="1"/>
          </p:cNvSpPr>
          <p:nvPr>
            <p:ph type="body" sz="quarter" idx="54"/>
          </p:nvPr>
        </p:nvSpPr>
        <p:spPr>
          <a:xfrm>
            <a:off x="1003346" y="3747502"/>
            <a:ext cx="4967685" cy="2132614"/>
          </a:xfrm>
          <a:custGeom>
            <a:avLst/>
            <a:gdLst>
              <a:gd name="connsiteX0" fmla="*/ 0 w 4967685"/>
              <a:gd name="connsiteY0" fmla="*/ 0 h 2132614"/>
              <a:gd name="connsiteX1" fmla="*/ 3364916 w 4967685"/>
              <a:gd name="connsiteY1" fmla="*/ 0 h 2132614"/>
              <a:gd name="connsiteX2" fmla="*/ 3364916 w 4967685"/>
              <a:gd name="connsiteY2" fmla="*/ 1119077 h 2132614"/>
              <a:gd name="connsiteX3" fmla="*/ 4967685 w 4967685"/>
              <a:gd name="connsiteY3" fmla="*/ 1119077 h 2132614"/>
              <a:gd name="connsiteX4" fmla="*/ 4967685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3364916" y="0"/>
                </a:lnTo>
                <a:lnTo>
                  <a:pt x="3364916" y="1119077"/>
                </a:lnTo>
                <a:lnTo>
                  <a:pt x="4967685" y="1119077"/>
                </a:lnTo>
                <a:lnTo>
                  <a:pt x="4967685" y="2132614"/>
                </a:lnTo>
                <a:lnTo>
                  <a:pt x="0" y="2132614"/>
                </a:lnTo>
                <a:close/>
              </a:path>
            </a:pathLst>
          </a:custGeom>
          <a:solidFill>
            <a:schemeClr val="accent1">
              <a:lumMod val="20000"/>
              <a:lumOff val="80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9" name="Text Placeholder 18">
            <a:extLst>
              <a:ext uri="{FF2B5EF4-FFF2-40B4-BE49-F238E27FC236}">
                <a16:creationId xmlns:a16="http://schemas.microsoft.com/office/drawing/2014/main" id="{4DB6DB5B-6EBB-4E77-8ECE-2DE4424BD660}"/>
              </a:ext>
            </a:extLst>
          </p:cNvPr>
          <p:cNvSpPr>
            <a:spLocks noGrp="1"/>
          </p:cNvSpPr>
          <p:nvPr>
            <p:ph type="body" sz="quarter" idx="56"/>
          </p:nvPr>
        </p:nvSpPr>
        <p:spPr>
          <a:xfrm>
            <a:off x="6232260" y="3747502"/>
            <a:ext cx="4970724" cy="2132614"/>
          </a:xfrm>
          <a:custGeom>
            <a:avLst/>
            <a:gdLst>
              <a:gd name="connsiteX0" fmla="*/ 1602767 w 4970724"/>
              <a:gd name="connsiteY0" fmla="*/ 0 h 2132614"/>
              <a:gd name="connsiteX1" fmla="*/ 4970724 w 4970724"/>
              <a:gd name="connsiteY1" fmla="*/ 0 h 2132614"/>
              <a:gd name="connsiteX2" fmla="*/ 4970724 w 4970724"/>
              <a:gd name="connsiteY2" fmla="*/ 2132614 h 2132614"/>
              <a:gd name="connsiteX3" fmla="*/ 0 w 4970724"/>
              <a:gd name="connsiteY3" fmla="*/ 2132614 h 2132614"/>
              <a:gd name="connsiteX4" fmla="*/ 0 w 4970724"/>
              <a:gd name="connsiteY4" fmla="*/ 1119077 h 2132614"/>
              <a:gd name="connsiteX5" fmla="*/ 1602767 w 4970724"/>
              <a:gd name="connsiteY5" fmla="*/ 1119077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1602767" y="0"/>
                </a:moveTo>
                <a:lnTo>
                  <a:pt x="4970724" y="0"/>
                </a:lnTo>
                <a:lnTo>
                  <a:pt x="4970724" y="2132614"/>
                </a:lnTo>
                <a:lnTo>
                  <a:pt x="0" y="2132614"/>
                </a:lnTo>
                <a:lnTo>
                  <a:pt x="0" y="1119077"/>
                </a:lnTo>
                <a:lnTo>
                  <a:pt x="1602767" y="1119077"/>
                </a:lnTo>
                <a:close/>
              </a:path>
            </a:pathLst>
          </a:custGeom>
          <a:solidFill>
            <a:schemeClr val="accent1">
              <a:lumMod val="20000"/>
              <a:lumOff val="80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6958581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Column Blue 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C76913D-77B2-43C9-9A9E-B86D68E16B74}"/>
              </a:ext>
            </a:extLst>
          </p:cNvPr>
          <p:cNvSpPr>
            <a:spLocks noGrp="1"/>
          </p:cNvSpPr>
          <p:nvPr>
            <p:ph type="title"/>
          </p:nvPr>
        </p:nvSpPr>
        <p:spPr/>
        <p:txBody>
          <a:bodyPr/>
          <a:lstStyle/>
          <a:p>
            <a:r>
              <a:rPr lang="en-US"/>
              <a:t>Click to edit Master title style</a:t>
            </a:r>
            <a:endParaRPr lang="en-GB" dirty="0"/>
          </a:p>
        </p:txBody>
      </p:sp>
      <p:sp>
        <p:nvSpPr>
          <p:cNvPr id="20"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9" name="Text Placeholder 8"/>
          <p:cNvSpPr>
            <a:spLocks noGrp="1"/>
          </p:cNvSpPr>
          <p:nvPr>
            <p:ph type="body" sz="quarter" idx="19"/>
          </p:nvPr>
        </p:nvSpPr>
        <p:spPr>
          <a:xfrm>
            <a:off x="1003200" y="1720713"/>
            <a:ext cx="4968000" cy="4156211"/>
          </a:xfrm>
          <a:solidFill>
            <a:schemeClr val="accent1">
              <a:lumMod val="20000"/>
              <a:lumOff val="80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6236040" y="1720713"/>
            <a:ext cx="4968000" cy="4156211"/>
          </a:xfrm>
          <a:solidFill>
            <a:schemeClr val="accent1">
              <a:lumMod val="20000"/>
              <a:lumOff val="80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855353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our Quad Box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F8E881-FC4C-4F00-9389-FF3C71D7CB78}"/>
              </a:ext>
            </a:extLst>
          </p:cNvPr>
          <p:cNvSpPr>
            <a:spLocks noGrp="1"/>
          </p:cNvSpPr>
          <p:nvPr>
            <p:ph type="title"/>
          </p:nvPr>
        </p:nvSpPr>
        <p:spPr/>
        <p:txBody>
          <a:bodyPr/>
          <a:lstStyle/>
          <a:p>
            <a:r>
              <a:rPr lang="en-US"/>
              <a:t>Click to edit Master title style</a:t>
            </a:r>
            <a:endParaRPr lang="en-GB" dirty="0"/>
          </a:p>
        </p:txBody>
      </p:sp>
      <p:sp>
        <p:nvSpPr>
          <p:cNvPr id="14"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3" name="Text Placeholder 8"/>
          <p:cNvSpPr>
            <a:spLocks noGrp="1"/>
          </p:cNvSpPr>
          <p:nvPr>
            <p:ph type="body" sz="quarter" idx="19"/>
          </p:nvPr>
        </p:nvSpPr>
        <p:spPr>
          <a:xfrm>
            <a:off x="1003200"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36040"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2" name="Text Placeholder 8"/>
          <p:cNvSpPr>
            <a:spLocks noGrp="1"/>
          </p:cNvSpPr>
          <p:nvPr>
            <p:ph type="body" sz="quarter" idx="24"/>
          </p:nvPr>
        </p:nvSpPr>
        <p:spPr>
          <a:xfrm>
            <a:off x="1003200"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1003200" y="4130720"/>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4" name="Text Placeholder 8"/>
          <p:cNvSpPr>
            <a:spLocks noGrp="1"/>
          </p:cNvSpPr>
          <p:nvPr>
            <p:ph type="body" sz="quarter" idx="26"/>
          </p:nvPr>
        </p:nvSpPr>
        <p:spPr>
          <a:xfrm>
            <a:off x="6236040"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36040" y="4130720"/>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9556956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Four Quad Boxes BG Dark Colour">
    <p:bg>
      <p:bgPr>
        <a:solidFill>
          <a:schemeClr val="accent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275135-3A5F-40EA-83D5-8A21BF903978}"/>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sp>
        <p:nvSpPr>
          <p:cNvPr id="70" name="Text Placeholder 8">
            <a:extLst>
              <a:ext uri="{FF2B5EF4-FFF2-40B4-BE49-F238E27FC236}">
                <a16:creationId xmlns:a16="http://schemas.microsoft.com/office/drawing/2014/main" id="{E8B6691E-17EA-480D-B598-F314E1A68EB3}"/>
              </a:ext>
            </a:extLst>
          </p:cNvPr>
          <p:cNvSpPr>
            <a:spLocks noGrp="1"/>
          </p:cNvSpPr>
          <p:nvPr>
            <p:ph type="body" sz="quarter" idx="20"/>
          </p:nvPr>
        </p:nvSpPr>
        <p:spPr>
          <a:xfrm>
            <a:off x="1003200" y="1331913"/>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69" name="Text Placeholder 8">
            <a:extLst>
              <a:ext uri="{FF2B5EF4-FFF2-40B4-BE49-F238E27FC236}">
                <a16:creationId xmlns:a16="http://schemas.microsoft.com/office/drawing/2014/main" id="{2086F202-0162-4310-A956-FCCC9474338A}"/>
              </a:ext>
            </a:extLst>
          </p:cNvPr>
          <p:cNvSpPr>
            <a:spLocks noGrp="1"/>
          </p:cNvSpPr>
          <p:nvPr>
            <p:ph type="body" sz="quarter" idx="19"/>
          </p:nvPr>
        </p:nvSpPr>
        <p:spPr>
          <a:xfrm>
            <a:off x="1003200"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2" name="Text Placeholder 8">
            <a:extLst>
              <a:ext uri="{FF2B5EF4-FFF2-40B4-BE49-F238E27FC236}">
                <a16:creationId xmlns:a16="http://schemas.microsoft.com/office/drawing/2014/main" id="{B2FCC9C9-35DE-4F3C-A352-30EE65DD5B86}"/>
              </a:ext>
            </a:extLst>
          </p:cNvPr>
          <p:cNvSpPr>
            <a:spLocks noGrp="1"/>
          </p:cNvSpPr>
          <p:nvPr>
            <p:ph type="body" sz="quarter" idx="22"/>
          </p:nvPr>
        </p:nvSpPr>
        <p:spPr>
          <a:xfrm>
            <a:off x="6236040" y="1331913"/>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1" name="Text Placeholder 8">
            <a:extLst>
              <a:ext uri="{FF2B5EF4-FFF2-40B4-BE49-F238E27FC236}">
                <a16:creationId xmlns:a16="http://schemas.microsoft.com/office/drawing/2014/main" id="{59F2358C-C167-462D-9F76-6D66B9B409BE}"/>
              </a:ext>
            </a:extLst>
          </p:cNvPr>
          <p:cNvSpPr>
            <a:spLocks noGrp="1"/>
          </p:cNvSpPr>
          <p:nvPr>
            <p:ph type="body" sz="quarter" idx="21"/>
          </p:nvPr>
        </p:nvSpPr>
        <p:spPr>
          <a:xfrm>
            <a:off x="6236040"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4" name="Text Placeholder 8">
            <a:extLst>
              <a:ext uri="{FF2B5EF4-FFF2-40B4-BE49-F238E27FC236}">
                <a16:creationId xmlns:a16="http://schemas.microsoft.com/office/drawing/2014/main" id="{0383342E-84C2-404C-8D37-45747A191605}"/>
              </a:ext>
            </a:extLst>
          </p:cNvPr>
          <p:cNvSpPr>
            <a:spLocks noGrp="1"/>
          </p:cNvSpPr>
          <p:nvPr>
            <p:ph type="body" sz="quarter" idx="24"/>
          </p:nvPr>
        </p:nvSpPr>
        <p:spPr>
          <a:xfrm>
            <a:off x="1003200" y="3741920"/>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3" name="Text Placeholder 8">
            <a:extLst>
              <a:ext uri="{FF2B5EF4-FFF2-40B4-BE49-F238E27FC236}">
                <a16:creationId xmlns:a16="http://schemas.microsoft.com/office/drawing/2014/main" id="{EA017BC0-9170-4186-94F7-40E80F981A05}"/>
              </a:ext>
            </a:extLst>
          </p:cNvPr>
          <p:cNvSpPr>
            <a:spLocks noGrp="1"/>
          </p:cNvSpPr>
          <p:nvPr>
            <p:ph type="body" sz="quarter" idx="23"/>
          </p:nvPr>
        </p:nvSpPr>
        <p:spPr>
          <a:xfrm>
            <a:off x="1003200" y="4130720"/>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6" name="Text Placeholder 8">
            <a:extLst>
              <a:ext uri="{FF2B5EF4-FFF2-40B4-BE49-F238E27FC236}">
                <a16:creationId xmlns:a16="http://schemas.microsoft.com/office/drawing/2014/main" id="{4C0C9B8C-19B0-44D7-9F0F-975D45D4007F}"/>
              </a:ext>
            </a:extLst>
          </p:cNvPr>
          <p:cNvSpPr>
            <a:spLocks noGrp="1"/>
          </p:cNvSpPr>
          <p:nvPr>
            <p:ph type="body" sz="quarter" idx="26"/>
          </p:nvPr>
        </p:nvSpPr>
        <p:spPr>
          <a:xfrm>
            <a:off x="6236040" y="3741920"/>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5" name="Text Placeholder 8">
            <a:extLst>
              <a:ext uri="{FF2B5EF4-FFF2-40B4-BE49-F238E27FC236}">
                <a16:creationId xmlns:a16="http://schemas.microsoft.com/office/drawing/2014/main" id="{BE27B3E2-E887-473C-8464-38B061F67EA7}"/>
              </a:ext>
            </a:extLst>
          </p:cNvPr>
          <p:cNvSpPr>
            <a:spLocks noGrp="1"/>
          </p:cNvSpPr>
          <p:nvPr>
            <p:ph type="body" sz="quarter" idx="25"/>
          </p:nvPr>
        </p:nvSpPr>
        <p:spPr>
          <a:xfrm>
            <a:off x="6236040" y="4130720"/>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Box 11">
            <a:extLst>
              <a:ext uri="{FF2B5EF4-FFF2-40B4-BE49-F238E27FC236}">
                <a16:creationId xmlns:a16="http://schemas.microsoft.com/office/drawing/2014/main" id="{2F13A210-92DD-4299-9F1D-B2FE60EC3160}"/>
              </a:ext>
              <a:ext uri="{C183D7F6-B498-43B3-948B-1728B52AA6E4}">
                <adec:decorative xmlns:adec="http://schemas.microsoft.com/office/drawing/2017/decorative" val="0"/>
              </a:ext>
            </a:extLst>
          </p:cNvPr>
          <p:cNvSpPr txBox="1"/>
          <p:nvPr userDrawn="1">
            <p:custDataLst>
              <p:tags r:id="rId1"/>
            </p:custDataLst>
          </p:nvPr>
        </p:nvSpPr>
        <p:spPr>
          <a:xfrm>
            <a:off x="8902702" y="6295536"/>
            <a:ext cx="1931292"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solidFill>
                <a:latin typeface="+mn-lt"/>
                <a:ea typeface="+mn-ea"/>
                <a:cs typeface="+mn-cs"/>
              </a:rPr>
              <a:t>Document Classification: KPMG Confidential</a:t>
            </a:r>
          </a:p>
        </p:txBody>
      </p:sp>
      <p:sp>
        <p:nvSpPr>
          <p:cNvPr id="11" name="Shape 8">
            <a:extLst>
              <a:ext uri="{FF2B5EF4-FFF2-40B4-BE49-F238E27FC236}">
                <a16:creationId xmlns:a16="http://schemas.microsoft.com/office/drawing/2014/main" id="{1763B05F-830B-4267-AD78-15D92D15E48D}"/>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cxnSp>
        <p:nvCxnSpPr>
          <p:cNvPr id="19" name="Straight Connector 18">
            <a:extLst>
              <a:ext uri="{FF2B5EF4-FFF2-40B4-BE49-F238E27FC236}">
                <a16:creationId xmlns:a16="http://schemas.microsoft.com/office/drawing/2014/main" id="{E4C51904-D930-45AA-AF92-A006847C8BF5}"/>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Graphic 8">
            <a:extLst>
              <a:ext uri="{FF2B5EF4-FFF2-40B4-BE49-F238E27FC236}">
                <a16:creationId xmlns:a16="http://schemas.microsoft.com/office/drawing/2014/main" id="{3FE807FD-1F53-40C0-958E-7B645C12F831}"/>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6" name="TextBox 15">
            <a:extLst>
              <a:ext uri="{FF2B5EF4-FFF2-40B4-BE49-F238E27FC236}">
                <a16:creationId xmlns:a16="http://schemas.microsoft.com/office/drawing/2014/main" id="{5F74BEB4-0965-42B5-93CA-8952D5BB7D39}"/>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r>
              <a:rPr lang="en-US" sz="600" kern="1200" dirty="0">
                <a:solidFill>
                  <a:schemeClr val="accent6"/>
                </a:solidFill>
                <a:effectLst/>
                <a:latin typeface="+mn-lt"/>
                <a:ea typeface="+mn-ea"/>
                <a:cs typeface="+mn-cs"/>
              </a:rPr>
              <a:t>© [year] [legal member firm name], a [jurisdiction] [legal structure] and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2083640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2"/>
        </a:solidFill>
        <a:effectLst/>
      </p:bgPr>
    </p:bg>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79D65585-570B-4F7D-B4BC-0F7CFAF52BAF}"/>
              </a:ext>
              <a:ext uri="{C183D7F6-B498-43B3-948B-1728B52AA6E4}">
                <adec:decorative xmlns:adec="http://schemas.microsoft.com/office/drawing/2017/decorative" val="1"/>
              </a:ext>
            </a:extLst>
          </p:cNvPr>
          <p:cNvSpPr>
            <a:spLocks noChangeAspect="1"/>
          </p:cNvSpPr>
          <p:nvPr userDrawn="1"/>
        </p:nvSpPr>
        <p:spPr>
          <a:xfrm>
            <a:off x="998476" y="971550"/>
            <a:ext cx="7061787" cy="4905375"/>
          </a:xfrm>
          <a:prstGeom prst="rect">
            <a:avLst/>
          </a:prstGeom>
          <a:gradFill>
            <a:gsLst>
              <a:gs pos="100000">
                <a:srgbClr val="00B8F5"/>
              </a:gs>
              <a:gs pos="0">
                <a:srgbClr val="1E49E2"/>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bg1"/>
                </a:solidFill>
              </a:defRPr>
            </a:lvl1pPr>
          </a:lstStyle>
          <a:p>
            <a:r>
              <a:rPr lang="en-US"/>
              <a:t>Click to edit Master title style</a:t>
            </a:r>
            <a:endParaRPr lang="en-US" dirty="0"/>
          </a:p>
        </p:txBody>
      </p:sp>
      <p:sp>
        <p:nvSpPr>
          <p:cNvPr id="6" name="Text Placeholder 3">
            <a:extLst>
              <a:ext uri="{FF2B5EF4-FFF2-40B4-BE49-F238E27FC236}">
                <a16:creationId xmlns:a16="http://schemas.microsoft.com/office/drawing/2014/main" id="{F014AE30-3464-4B6F-AD2C-2AECE7250189}"/>
              </a:ext>
            </a:extLst>
          </p:cNvPr>
          <p:cNvSpPr>
            <a:spLocks noGrp="1"/>
          </p:cNvSpPr>
          <p:nvPr>
            <p:ph type="body" sz="quarter" idx="12" hasCustomPrompt="1"/>
          </p:nvPr>
        </p:nvSpPr>
        <p:spPr>
          <a:xfrm>
            <a:off x="1289860"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dirty="0"/>
              <a:t>00</a:t>
            </a:r>
          </a:p>
        </p:txBody>
      </p:sp>
      <p:sp>
        <p:nvSpPr>
          <p:cNvPr id="7" name="Text Placeholder 3">
            <a:extLst>
              <a:ext uri="{FF2B5EF4-FFF2-40B4-BE49-F238E27FC236}">
                <a16:creationId xmlns:a16="http://schemas.microsoft.com/office/drawing/2014/main" id="{226D1C61-DFFA-4616-9BF6-6877233CE1B8}"/>
              </a:ext>
            </a:extLst>
          </p:cNvPr>
          <p:cNvSpPr>
            <a:spLocks noGrp="1"/>
          </p:cNvSpPr>
          <p:nvPr>
            <p:ph type="body" sz="quarter" idx="11"/>
          </p:nvPr>
        </p:nvSpPr>
        <p:spPr>
          <a:xfrm>
            <a:off x="1289860" y="5046651"/>
            <a:ext cx="5252400" cy="507831"/>
          </a:xfrm>
        </p:spPr>
        <p:txBody>
          <a:bodyPr wrap="square" anchor="b">
            <a:sp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869611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1_Divider 1">
    <p:bg>
      <p:bgPr>
        <a:solidFill>
          <a:schemeClr val="accent3"/>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995363" y="2398601"/>
            <a:ext cx="5252400" cy="2367199"/>
          </a:xfrm>
          <a:noFill/>
        </p:spPr>
        <p:txBody>
          <a:bodyPr lIns="0" tIns="0" rIns="0" bIns="0" anchor="t" anchorCtr="0"/>
          <a:lstStyle>
            <a:lvl1pPr algn="l">
              <a:defRPr sz="8000" baseline="0">
                <a:solidFill>
                  <a:schemeClr val="bg1"/>
                </a:solidFill>
              </a:defRPr>
            </a:lvl1pPr>
          </a:lstStyle>
          <a:p>
            <a:r>
              <a:rPr lang="en-US"/>
              <a:t>Click to edit Master title style</a:t>
            </a:r>
            <a:endParaRPr lang="en-US" dirty="0"/>
          </a:p>
        </p:txBody>
      </p:sp>
      <p:sp>
        <p:nvSpPr>
          <p:cNvPr id="6" name="Text Placeholder 3">
            <a:extLst>
              <a:ext uri="{FF2B5EF4-FFF2-40B4-BE49-F238E27FC236}">
                <a16:creationId xmlns:a16="http://schemas.microsoft.com/office/drawing/2014/main" id="{F014AE30-3464-4B6F-AD2C-2AECE7250189}"/>
              </a:ext>
            </a:extLst>
          </p:cNvPr>
          <p:cNvSpPr>
            <a:spLocks noGrp="1"/>
          </p:cNvSpPr>
          <p:nvPr>
            <p:ph type="body" sz="quarter" idx="12" hasCustomPrompt="1"/>
          </p:nvPr>
        </p:nvSpPr>
        <p:spPr>
          <a:xfrm>
            <a:off x="995363"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dirty="0"/>
              <a:t>00</a:t>
            </a:r>
          </a:p>
        </p:txBody>
      </p:sp>
      <p:sp>
        <p:nvSpPr>
          <p:cNvPr id="7" name="Text Placeholder 3">
            <a:extLst>
              <a:ext uri="{FF2B5EF4-FFF2-40B4-BE49-F238E27FC236}">
                <a16:creationId xmlns:a16="http://schemas.microsoft.com/office/drawing/2014/main" id="{226D1C61-DFFA-4616-9BF6-6877233CE1B8}"/>
              </a:ext>
            </a:extLst>
          </p:cNvPr>
          <p:cNvSpPr>
            <a:spLocks noGrp="1"/>
          </p:cNvSpPr>
          <p:nvPr>
            <p:ph type="body" sz="quarter" idx="11"/>
          </p:nvPr>
        </p:nvSpPr>
        <p:spPr>
          <a:xfrm>
            <a:off x="995363" y="5046651"/>
            <a:ext cx="5252400" cy="507831"/>
          </a:xfrm>
        </p:spPr>
        <p:txBody>
          <a:bodyPr wrap="square" anchor="b">
            <a:sp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885711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accent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EA87A788-0BF5-4419-BCFC-809F6D2E93AA}"/>
              </a:ext>
              <a:ext uri="{C183D7F6-B498-43B3-948B-1728B52AA6E4}">
                <adec:decorative xmlns:adec="http://schemas.microsoft.com/office/drawing/2017/decorative" val="1"/>
              </a:ext>
            </a:extLst>
          </p:cNvPr>
          <p:cNvSpPr>
            <a:spLocks noChangeAspect="1"/>
          </p:cNvSpPr>
          <p:nvPr userDrawn="1"/>
        </p:nvSpPr>
        <p:spPr>
          <a:xfrm>
            <a:off x="998476" y="971550"/>
            <a:ext cx="7061787" cy="4905375"/>
          </a:xfrm>
          <a:prstGeom prst="rect">
            <a:avLst/>
          </a:prstGeom>
          <a:gradFill>
            <a:gsLst>
              <a:gs pos="0">
                <a:schemeClr val="accent4"/>
              </a:gs>
              <a:gs pos="100000">
                <a:srgbClr val="ACEAFF"/>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61" name="Text Placeholder 3">
            <a:extLst>
              <a:ext uri="{FF2B5EF4-FFF2-40B4-BE49-F238E27FC236}">
                <a16:creationId xmlns:a16="http://schemas.microsoft.com/office/drawing/2014/main" id="{17B18B8B-EB09-48D8-AC31-3A9DFAC0B74C}"/>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dirty="0"/>
              <a:t>00</a:t>
            </a: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accent2"/>
                </a:solidFill>
              </a:defRPr>
            </a:lvl1pPr>
          </a:lstStyle>
          <a:p>
            <a:r>
              <a:rPr lang="en-US"/>
              <a:t>Click to edit Master title style</a:t>
            </a:r>
            <a:endParaRPr lang="en-US" dirty="0"/>
          </a:p>
        </p:txBody>
      </p:sp>
      <p:sp>
        <p:nvSpPr>
          <p:cNvPr id="60" name="Text Placeholder 3">
            <a:extLst>
              <a:ext uri="{FF2B5EF4-FFF2-40B4-BE49-F238E27FC236}">
                <a16:creationId xmlns:a16="http://schemas.microsoft.com/office/drawing/2014/main" id="{5F7723F4-8321-43A3-962F-3DEEE5C6DEAE}"/>
              </a:ext>
            </a:extLst>
          </p:cNvPr>
          <p:cNvSpPr>
            <a:spLocks noGrp="1"/>
          </p:cNvSpPr>
          <p:nvPr>
            <p:ph type="body" sz="quarter" idx="13"/>
          </p:nvPr>
        </p:nvSpPr>
        <p:spPr>
          <a:xfrm>
            <a:off x="1289860" y="5046651"/>
            <a:ext cx="5252400" cy="507831"/>
          </a:xfrm>
        </p:spPr>
        <p:txBody>
          <a:bodyPr wrap="square" anchor="b">
            <a:spAutoFit/>
          </a:bodyPr>
          <a:lstStyle>
            <a:lvl1pPr>
              <a:defRPr sz="1400">
                <a:solidFill>
                  <a:schemeClr val="accent2"/>
                </a:solidFill>
              </a:defRPr>
            </a:lvl1pPr>
            <a:lvl2pPr>
              <a:defRPr sz="14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97609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_Divider 1">
    <p:bg>
      <p:bgPr>
        <a:solidFill>
          <a:schemeClr val="accent3"/>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9619977-3DA2-45FA-95EA-6E6C2054971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242" t="3137" r="3345" b="2940"/>
          <a:stretch/>
        </p:blipFill>
        <p:spPr>
          <a:xfrm>
            <a:off x="0" y="0"/>
            <a:ext cx="12192000" cy="6858000"/>
          </a:xfrm>
          <a:prstGeom prst="rect">
            <a:avLst/>
          </a:prstGeom>
        </p:spPr>
      </p:pic>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995363" y="2398601"/>
            <a:ext cx="5252400" cy="2367199"/>
          </a:xfrm>
          <a:noFill/>
        </p:spPr>
        <p:txBody>
          <a:bodyPr lIns="0" tIns="0" rIns="0" bIns="0" anchor="t" anchorCtr="0"/>
          <a:lstStyle>
            <a:lvl1pPr algn="l">
              <a:defRPr sz="8000" baseline="0">
                <a:solidFill>
                  <a:schemeClr val="bg1"/>
                </a:solidFill>
              </a:defRPr>
            </a:lvl1pPr>
          </a:lstStyle>
          <a:p>
            <a:r>
              <a:rPr lang="en-US"/>
              <a:t>Click to edit Master title style</a:t>
            </a:r>
            <a:endParaRPr lang="en-US" dirty="0"/>
          </a:p>
        </p:txBody>
      </p:sp>
      <p:sp>
        <p:nvSpPr>
          <p:cNvPr id="6" name="Text Placeholder 3">
            <a:extLst>
              <a:ext uri="{FF2B5EF4-FFF2-40B4-BE49-F238E27FC236}">
                <a16:creationId xmlns:a16="http://schemas.microsoft.com/office/drawing/2014/main" id="{F014AE30-3464-4B6F-AD2C-2AECE7250189}"/>
              </a:ext>
            </a:extLst>
          </p:cNvPr>
          <p:cNvSpPr>
            <a:spLocks noGrp="1"/>
          </p:cNvSpPr>
          <p:nvPr>
            <p:ph type="body" sz="quarter" idx="12" hasCustomPrompt="1"/>
          </p:nvPr>
        </p:nvSpPr>
        <p:spPr>
          <a:xfrm>
            <a:off x="995363"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dirty="0"/>
              <a:t>00</a:t>
            </a:r>
          </a:p>
        </p:txBody>
      </p:sp>
      <p:sp>
        <p:nvSpPr>
          <p:cNvPr id="7" name="Text Placeholder 3">
            <a:extLst>
              <a:ext uri="{FF2B5EF4-FFF2-40B4-BE49-F238E27FC236}">
                <a16:creationId xmlns:a16="http://schemas.microsoft.com/office/drawing/2014/main" id="{226D1C61-DFFA-4616-9BF6-6877233CE1B8}"/>
              </a:ext>
            </a:extLst>
          </p:cNvPr>
          <p:cNvSpPr>
            <a:spLocks noGrp="1"/>
          </p:cNvSpPr>
          <p:nvPr>
            <p:ph type="body" sz="quarter" idx="11"/>
          </p:nvPr>
        </p:nvSpPr>
        <p:spPr>
          <a:xfrm>
            <a:off x="995363" y="5046651"/>
            <a:ext cx="5252400" cy="507831"/>
          </a:xfrm>
        </p:spPr>
        <p:txBody>
          <a:bodyPr wrap="square" anchor="b">
            <a:sp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4961864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4_Divider 1">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5AE8913-6C99-4C15-A82A-98A9CF42B9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785" t="1" r="25611" b="44121"/>
          <a:stretch/>
        </p:blipFill>
        <p:spPr>
          <a:xfrm>
            <a:off x="0" y="0"/>
            <a:ext cx="12192000" cy="6858000"/>
          </a:xfrm>
          <a:prstGeom prst="rect">
            <a:avLst/>
          </a:prstGeom>
        </p:spPr>
      </p:pic>
      <p:pic>
        <p:nvPicPr>
          <p:cNvPr id="8" name="Picture 7">
            <a:extLst>
              <a:ext uri="{FF2B5EF4-FFF2-40B4-BE49-F238E27FC236}">
                <a16:creationId xmlns:a16="http://schemas.microsoft.com/office/drawing/2014/main" id="{85923494-77AE-41DB-AEAD-4DC29F1B9C3E}"/>
              </a:ext>
            </a:extLst>
          </p:cNvPr>
          <p:cNvPicPr>
            <a:picLocks noChangeAspect="1"/>
          </p:cNvPicPr>
          <p:nvPr userDrawn="1"/>
        </p:nvPicPr>
        <p:blipFill>
          <a:blip r:embed="rId3">
            <a:extLst>
              <a:ext uri="{28A0092B-C50C-407E-A947-70E740481C1C}">
                <a14:useLocalDpi xmlns:a14="http://schemas.microsoft.com/office/drawing/2010/main" val="0"/>
              </a:ext>
            </a:extLst>
          </a:blip>
          <a:srcRect l="9065" t="22610" r="9010" b="22550"/>
          <a:stretch>
            <a:fillRect/>
          </a:stretch>
        </p:blipFill>
        <p:spPr>
          <a:xfrm flipH="1">
            <a:off x="2238565" y="1882444"/>
            <a:ext cx="7709732" cy="3096473"/>
          </a:xfrm>
          <a:custGeom>
            <a:avLst/>
            <a:gdLst>
              <a:gd name="connsiteX0" fmla="*/ 1658073 w 7709732"/>
              <a:gd name="connsiteY0" fmla="*/ 2417428 h 3096473"/>
              <a:gd name="connsiteX1" fmla="*/ 1265829 w 7709732"/>
              <a:gd name="connsiteY1" fmla="*/ 2772767 h 3096473"/>
              <a:gd name="connsiteX2" fmla="*/ 998358 w 7709732"/>
              <a:gd name="connsiteY2" fmla="*/ 2745177 h 3096473"/>
              <a:gd name="connsiteX3" fmla="*/ 916992 w 7709732"/>
              <a:gd name="connsiteY3" fmla="*/ 2417428 h 3096473"/>
              <a:gd name="connsiteX4" fmla="*/ 2679980 w 7709732"/>
              <a:gd name="connsiteY4" fmla="*/ 1787589 h 3096473"/>
              <a:gd name="connsiteX5" fmla="*/ 3042876 w 7709732"/>
              <a:gd name="connsiteY5" fmla="*/ 2357327 h 3096473"/>
              <a:gd name="connsiteX6" fmla="*/ 2802996 w 7709732"/>
              <a:gd name="connsiteY6" fmla="*/ 2357327 h 3096473"/>
              <a:gd name="connsiteX7" fmla="*/ 3855657 w 7709732"/>
              <a:gd name="connsiteY7" fmla="*/ 1762811 h 3096473"/>
              <a:gd name="connsiteX8" fmla="*/ 4022958 w 7709732"/>
              <a:gd name="connsiteY8" fmla="*/ 2357327 h 3096473"/>
              <a:gd name="connsiteX9" fmla="*/ 3849682 w 7709732"/>
              <a:gd name="connsiteY9" fmla="*/ 2357327 h 3096473"/>
              <a:gd name="connsiteX10" fmla="*/ 5197931 w 7709732"/>
              <a:gd name="connsiteY10" fmla="*/ 1669671 h 3096473"/>
              <a:gd name="connsiteX11" fmla="*/ 5266820 w 7709732"/>
              <a:gd name="connsiteY11" fmla="*/ 1670725 h 3096473"/>
              <a:gd name="connsiteX12" fmla="*/ 5320420 w 7709732"/>
              <a:gd name="connsiteY12" fmla="*/ 1872822 h 3096473"/>
              <a:gd name="connsiteX13" fmla="*/ 5342562 w 7709732"/>
              <a:gd name="connsiteY13" fmla="*/ 1959460 h 3096473"/>
              <a:gd name="connsiteX14" fmla="*/ 5389484 w 7709732"/>
              <a:gd name="connsiteY14" fmla="*/ 2133439 h 3096473"/>
              <a:gd name="connsiteX15" fmla="*/ 5287908 w 7709732"/>
              <a:gd name="connsiteY15" fmla="*/ 2133439 h 3096473"/>
              <a:gd name="connsiteX16" fmla="*/ 5229388 w 7709732"/>
              <a:gd name="connsiteY16" fmla="*/ 2133439 h 3096473"/>
              <a:gd name="connsiteX17" fmla="*/ 5180709 w 7709732"/>
              <a:gd name="connsiteY17" fmla="*/ 2131154 h 3096473"/>
              <a:gd name="connsiteX18" fmla="*/ 5180182 w 7709732"/>
              <a:gd name="connsiteY18" fmla="*/ 2131154 h 3096473"/>
              <a:gd name="connsiteX19" fmla="*/ 4875806 w 7709732"/>
              <a:gd name="connsiteY19" fmla="*/ 1894613 h 3096473"/>
              <a:gd name="connsiteX20" fmla="*/ 4868601 w 7709732"/>
              <a:gd name="connsiteY20" fmla="*/ 1720634 h 3096473"/>
              <a:gd name="connsiteX21" fmla="*/ 5119201 w 7709732"/>
              <a:gd name="connsiteY21" fmla="*/ 1669671 h 3096473"/>
              <a:gd name="connsiteX22" fmla="*/ 3505941 w 7709732"/>
              <a:gd name="connsiteY22" fmla="*/ 60980 h 3096473"/>
              <a:gd name="connsiteX23" fmla="*/ 3505941 w 7709732"/>
              <a:gd name="connsiteY23" fmla="*/ 2358205 h 3096473"/>
              <a:gd name="connsiteX24" fmla="*/ 3462358 w 7709732"/>
              <a:gd name="connsiteY24" fmla="*/ 2358205 h 3096473"/>
              <a:gd name="connsiteX25" fmla="*/ 2860461 w 7709732"/>
              <a:gd name="connsiteY25" fmla="*/ 1409229 h 3096473"/>
              <a:gd name="connsiteX26" fmla="*/ 2187918 w 7709732"/>
              <a:gd name="connsiteY26" fmla="*/ 1409229 h 3096473"/>
              <a:gd name="connsiteX27" fmla="*/ 2386676 w 7709732"/>
              <a:gd name="connsiteY27" fmla="*/ 2357327 h 3096473"/>
              <a:gd name="connsiteX28" fmla="*/ 2152947 w 7709732"/>
              <a:gd name="connsiteY28" fmla="*/ 2357327 h 3096473"/>
              <a:gd name="connsiteX29" fmla="*/ 2127816 w 7709732"/>
              <a:gd name="connsiteY29" fmla="*/ 2217968 h 3096473"/>
              <a:gd name="connsiteX30" fmla="*/ 1915878 w 7709732"/>
              <a:gd name="connsiteY30" fmla="*/ 1762811 h 3096473"/>
              <a:gd name="connsiteX31" fmla="*/ 1914824 w 7709732"/>
              <a:gd name="connsiteY31" fmla="*/ 1433657 h 3096473"/>
              <a:gd name="connsiteX32" fmla="*/ 1915527 w 7709732"/>
              <a:gd name="connsiteY32" fmla="*/ 60980 h 3096473"/>
              <a:gd name="connsiteX33" fmla="*/ 5358027 w 7709732"/>
              <a:gd name="connsiteY33" fmla="*/ 60980 h 3096473"/>
              <a:gd name="connsiteX34" fmla="*/ 5358027 w 7709732"/>
              <a:gd name="connsiteY34" fmla="*/ 1406417 h 3096473"/>
              <a:gd name="connsiteX35" fmla="*/ 5041702 w 7709732"/>
              <a:gd name="connsiteY35" fmla="*/ 1406417 h 3096473"/>
              <a:gd name="connsiteX36" fmla="*/ 4528903 w 7709732"/>
              <a:gd name="connsiteY36" fmla="*/ 1523633 h 3096473"/>
              <a:gd name="connsiteX37" fmla="*/ 4475127 w 7709732"/>
              <a:gd name="connsiteY37" fmla="*/ 1900412 h 3096473"/>
              <a:gd name="connsiteX38" fmla="*/ 4861747 w 7709732"/>
              <a:gd name="connsiteY38" fmla="*/ 2357327 h 3096473"/>
              <a:gd name="connsiteX39" fmla="*/ 4439980 w 7709732"/>
              <a:gd name="connsiteY39" fmla="*/ 2357327 h 3096473"/>
              <a:gd name="connsiteX40" fmla="*/ 4167061 w 7709732"/>
              <a:gd name="connsiteY40" fmla="*/ 1406945 h 3096473"/>
              <a:gd name="connsiteX41" fmla="*/ 3769546 w 7709732"/>
              <a:gd name="connsiteY41" fmla="*/ 1406945 h 3096473"/>
              <a:gd name="connsiteX42" fmla="*/ 3769546 w 7709732"/>
              <a:gd name="connsiteY42" fmla="*/ 60980 h 3096473"/>
              <a:gd name="connsiteX43" fmla="*/ 7211695 w 7709732"/>
              <a:gd name="connsiteY43" fmla="*/ 60980 h 3096473"/>
              <a:gd name="connsiteX44" fmla="*/ 7211695 w 7709732"/>
              <a:gd name="connsiteY44" fmla="*/ 1409229 h 3096473"/>
              <a:gd name="connsiteX45" fmla="*/ 6829292 w 7709732"/>
              <a:gd name="connsiteY45" fmla="*/ 1409229 h 3096473"/>
              <a:gd name="connsiteX46" fmla="*/ 7033674 w 7709732"/>
              <a:gd name="connsiteY46" fmla="*/ 2088977 h 3096473"/>
              <a:gd name="connsiteX47" fmla="*/ 6402604 w 7709732"/>
              <a:gd name="connsiteY47" fmla="*/ 1410459 h 3096473"/>
              <a:gd name="connsiteX48" fmla="*/ 5884182 w 7709732"/>
              <a:gd name="connsiteY48" fmla="*/ 1410459 h 3096473"/>
              <a:gd name="connsiteX49" fmla="*/ 6691164 w 7709732"/>
              <a:gd name="connsiteY49" fmla="*/ 2235190 h 3096473"/>
              <a:gd name="connsiteX50" fmla="*/ 6632643 w 7709732"/>
              <a:gd name="connsiteY50" fmla="*/ 2358205 h 3096473"/>
              <a:gd name="connsiteX51" fmla="*/ 5884182 w 7709732"/>
              <a:gd name="connsiteY51" fmla="*/ 2358205 h 3096473"/>
              <a:gd name="connsiteX52" fmla="*/ 5875219 w 7709732"/>
              <a:gd name="connsiteY52" fmla="*/ 2331318 h 3096473"/>
              <a:gd name="connsiteX53" fmla="*/ 5647641 w 7709732"/>
              <a:gd name="connsiteY53" fmla="*/ 1573718 h 3096473"/>
              <a:gd name="connsiteX54" fmla="*/ 5622686 w 7709732"/>
              <a:gd name="connsiteY54" fmla="*/ 1491298 h 3096473"/>
              <a:gd name="connsiteX55" fmla="*/ 5622686 w 7709732"/>
              <a:gd name="connsiteY55" fmla="*/ 60980 h 3096473"/>
              <a:gd name="connsiteX56" fmla="*/ 1651219 w 7709732"/>
              <a:gd name="connsiteY56" fmla="*/ 60629 h 3096473"/>
              <a:gd name="connsiteX57" fmla="*/ 1651219 w 7709732"/>
              <a:gd name="connsiteY57" fmla="*/ 1501666 h 3096473"/>
              <a:gd name="connsiteX58" fmla="*/ 946516 w 7709732"/>
              <a:gd name="connsiteY58" fmla="*/ 1315562 h 3096473"/>
              <a:gd name="connsiteX59" fmla="*/ 373791 w 7709732"/>
              <a:gd name="connsiteY59" fmla="*/ 1512914 h 3096473"/>
              <a:gd name="connsiteX60" fmla="*/ 334250 w 7709732"/>
              <a:gd name="connsiteY60" fmla="*/ 1866671 h 3096473"/>
              <a:gd name="connsiteX61" fmla="*/ 811550 w 7709732"/>
              <a:gd name="connsiteY61" fmla="*/ 1866671 h 3096473"/>
              <a:gd name="connsiteX62" fmla="*/ 1050025 w 7709732"/>
              <a:gd name="connsiteY62" fmla="*/ 1640322 h 3096473"/>
              <a:gd name="connsiteX63" fmla="*/ 1632591 w 7709732"/>
              <a:gd name="connsiteY63" fmla="*/ 2208302 h 3096473"/>
              <a:gd name="connsiteX64" fmla="*/ 1651219 w 7709732"/>
              <a:gd name="connsiteY64" fmla="*/ 2302848 h 3096473"/>
              <a:gd name="connsiteX65" fmla="*/ 1651219 w 7709732"/>
              <a:gd name="connsiteY65" fmla="*/ 2357327 h 3096473"/>
              <a:gd name="connsiteX66" fmla="*/ 1263369 w 7709732"/>
              <a:gd name="connsiteY66" fmla="*/ 2357327 h 3096473"/>
              <a:gd name="connsiteX67" fmla="*/ 1197292 w 7709732"/>
              <a:gd name="connsiteY67" fmla="*/ 2092316 h 3096473"/>
              <a:gd name="connsiteX68" fmla="*/ 395407 w 7709732"/>
              <a:gd name="connsiteY68" fmla="*/ 2092316 h 3096473"/>
              <a:gd name="connsiteX69" fmla="*/ 460957 w 7709732"/>
              <a:gd name="connsiteY69" fmla="*/ 2357327 h 3096473"/>
              <a:gd name="connsiteX70" fmla="*/ 59750 w 7709732"/>
              <a:gd name="connsiteY70" fmla="*/ 2357327 h 3096473"/>
              <a:gd name="connsiteX71" fmla="*/ 60453 w 7709732"/>
              <a:gd name="connsiteY71" fmla="*/ 60629 h 3096473"/>
              <a:gd name="connsiteX72" fmla="*/ 7273027 w 7709732"/>
              <a:gd name="connsiteY72" fmla="*/ 0 h 3096473"/>
              <a:gd name="connsiteX73" fmla="*/ 5561003 w 7709732"/>
              <a:gd name="connsiteY73" fmla="*/ 0 h 3096473"/>
              <a:gd name="connsiteX74" fmla="*/ 5561003 w 7709732"/>
              <a:gd name="connsiteY74" fmla="*/ 1409229 h 3096473"/>
              <a:gd name="connsiteX75" fmla="*/ 5419359 w 7709732"/>
              <a:gd name="connsiteY75" fmla="*/ 1409229 h 3096473"/>
              <a:gd name="connsiteX76" fmla="*/ 5419359 w 7709732"/>
              <a:gd name="connsiteY76" fmla="*/ 0 h 3096473"/>
              <a:gd name="connsiteX77" fmla="*/ 3707511 w 7709732"/>
              <a:gd name="connsiteY77" fmla="*/ 0 h 3096473"/>
              <a:gd name="connsiteX78" fmla="*/ 3707511 w 7709732"/>
              <a:gd name="connsiteY78" fmla="*/ 1406945 h 3096473"/>
              <a:gd name="connsiteX79" fmla="*/ 3565692 w 7709732"/>
              <a:gd name="connsiteY79" fmla="*/ 1406945 h 3096473"/>
              <a:gd name="connsiteX80" fmla="*/ 3565692 w 7709732"/>
              <a:gd name="connsiteY80" fmla="*/ 0 h 3096473"/>
              <a:gd name="connsiteX81" fmla="*/ 1854370 w 7709732"/>
              <a:gd name="connsiteY81" fmla="*/ 0 h 3096473"/>
              <a:gd name="connsiteX82" fmla="*/ 1854370 w 7709732"/>
              <a:gd name="connsiteY82" fmla="*/ 1682499 h 3096473"/>
              <a:gd name="connsiteX83" fmla="*/ 1711497 w 7709732"/>
              <a:gd name="connsiteY83" fmla="*/ 1545073 h 3096473"/>
              <a:gd name="connsiteX84" fmla="*/ 1711497 w 7709732"/>
              <a:gd name="connsiteY84" fmla="*/ 0 h 3096473"/>
              <a:gd name="connsiteX85" fmla="*/ 0 w 7709732"/>
              <a:gd name="connsiteY85" fmla="*/ 0 h 3096473"/>
              <a:gd name="connsiteX86" fmla="*/ 0 w 7709732"/>
              <a:gd name="connsiteY86" fmla="*/ 2417428 h 3096473"/>
              <a:gd name="connsiteX87" fmla="*/ 475543 w 7709732"/>
              <a:gd name="connsiteY87" fmla="*/ 2417428 h 3096473"/>
              <a:gd name="connsiteX88" fmla="*/ 619822 w 7709732"/>
              <a:gd name="connsiteY88" fmla="*/ 3001400 h 3096473"/>
              <a:gd name="connsiteX89" fmla="*/ 1393941 w 7709732"/>
              <a:gd name="connsiteY89" fmla="*/ 3096473 h 3096473"/>
              <a:gd name="connsiteX90" fmla="*/ 1986876 w 7709732"/>
              <a:gd name="connsiteY90" fmla="*/ 2919683 h 3096473"/>
              <a:gd name="connsiteX91" fmla="*/ 2160503 w 7709732"/>
              <a:gd name="connsiteY91" fmla="*/ 2417428 h 3096473"/>
              <a:gd name="connsiteX92" fmla="*/ 2401438 w 7709732"/>
              <a:gd name="connsiteY92" fmla="*/ 2417428 h 3096473"/>
              <a:gd name="connsiteX93" fmla="*/ 2536755 w 7709732"/>
              <a:gd name="connsiteY93" fmla="*/ 3060623 h 3096473"/>
              <a:gd name="connsiteX94" fmla="*/ 2953426 w 7709732"/>
              <a:gd name="connsiteY94" fmla="*/ 3060623 h 3096473"/>
              <a:gd name="connsiteX95" fmla="*/ 2815824 w 7709732"/>
              <a:gd name="connsiteY95" fmla="*/ 2417428 h 3096473"/>
              <a:gd name="connsiteX96" fmla="*/ 3082592 w 7709732"/>
              <a:gd name="connsiteY96" fmla="*/ 2417428 h 3096473"/>
              <a:gd name="connsiteX97" fmla="*/ 3489949 w 7709732"/>
              <a:gd name="connsiteY97" fmla="*/ 3060623 h 3096473"/>
              <a:gd name="connsiteX98" fmla="*/ 3845113 w 7709732"/>
              <a:gd name="connsiteY98" fmla="*/ 3060623 h 3096473"/>
              <a:gd name="connsiteX99" fmla="*/ 3850209 w 7709732"/>
              <a:gd name="connsiteY99" fmla="*/ 2417428 h 3096473"/>
              <a:gd name="connsiteX100" fmla="*/ 4040707 w 7709732"/>
              <a:gd name="connsiteY100" fmla="*/ 2417428 h 3096473"/>
              <a:gd name="connsiteX101" fmla="*/ 4220134 w 7709732"/>
              <a:gd name="connsiteY101" fmla="*/ 3060623 h 3096473"/>
              <a:gd name="connsiteX102" fmla="*/ 4643483 w 7709732"/>
              <a:gd name="connsiteY102" fmla="*/ 3060623 h 3096473"/>
              <a:gd name="connsiteX103" fmla="*/ 4458081 w 7709732"/>
              <a:gd name="connsiteY103" fmla="*/ 2417428 h 3096473"/>
              <a:gd name="connsiteX104" fmla="*/ 5392647 w 7709732"/>
              <a:gd name="connsiteY104" fmla="*/ 2417428 h 3096473"/>
              <a:gd name="connsiteX105" fmla="*/ 5392647 w 7709732"/>
              <a:gd name="connsiteY105" fmla="*/ 2419186 h 3096473"/>
              <a:gd name="connsiteX106" fmla="*/ 5484909 w 7709732"/>
              <a:gd name="connsiteY106" fmla="*/ 2419186 h 3096473"/>
              <a:gd name="connsiteX107" fmla="*/ 5676813 w 7709732"/>
              <a:gd name="connsiteY107" fmla="*/ 3062381 h 3096473"/>
              <a:gd name="connsiteX108" fmla="*/ 6096647 w 7709732"/>
              <a:gd name="connsiteY108" fmla="*/ 3062381 h 3096473"/>
              <a:gd name="connsiteX109" fmla="*/ 5902107 w 7709732"/>
              <a:gd name="connsiteY109" fmla="*/ 2417428 h 3096473"/>
              <a:gd name="connsiteX110" fmla="*/ 6603471 w 7709732"/>
              <a:gd name="connsiteY110" fmla="*/ 2417428 h 3096473"/>
              <a:gd name="connsiteX111" fmla="*/ 6294175 w 7709732"/>
              <a:gd name="connsiteY111" fmla="*/ 3062381 h 3096473"/>
              <a:gd name="connsiteX112" fmla="*/ 6758119 w 7709732"/>
              <a:gd name="connsiteY112" fmla="*/ 3062381 h 3096473"/>
              <a:gd name="connsiteX113" fmla="*/ 7076729 w 7709732"/>
              <a:gd name="connsiteY113" fmla="*/ 2417428 h 3096473"/>
              <a:gd name="connsiteX114" fmla="*/ 7132262 w 7709732"/>
              <a:gd name="connsiteY114" fmla="*/ 2417428 h 3096473"/>
              <a:gd name="connsiteX115" fmla="*/ 7325572 w 7709732"/>
              <a:gd name="connsiteY115" fmla="*/ 3062381 h 3096473"/>
              <a:gd name="connsiteX116" fmla="*/ 7709732 w 7709732"/>
              <a:gd name="connsiteY116" fmla="*/ 3062381 h 3096473"/>
              <a:gd name="connsiteX117" fmla="*/ 7273027 w 7709732"/>
              <a:gd name="connsiteY117" fmla="*/ 1606054 h 3096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7709732" h="3096473">
                <a:moveTo>
                  <a:pt x="1658073" y="2417428"/>
                </a:moveTo>
                <a:cubicBezTo>
                  <a:pt x="1654734" y="2666095"/>
                  <a:pt x="1495165" y="2772767"/>
                  <a:pt x="1265829" y="2772767"/>
                </a:cubicBezTo>
                <a:cubicBezTo>
                  <a:pt x="1176028" y="2771519"/>
                  <a:pt x="1086525" y="2762293"/>
                  <a:pt x="998358" y="2745177"/>
                </a:cubicBezTo>
                <a:lnTo>
                  <a:pt x="916992" y="2417428"/>
                </a:lnTo>
                <a:close/>
                <a:moveTo>
                  <a:pt x="2679980" y="1787589"/>
                </a:moveTo>
                <a:lnTo>
                  <a:pt x="3042876" y="2357327"/>
                </a:lnTo>
                <a:lnTo>
                  <a:pt x="2802996" y="2357327"/>
                </a:lnTo>
                <a:close/>
                <a:moveTo>
                  <a:pt x="3855657" y="1762811"/>
                </a:moveTo>
                <a:lnTo>
                  <a:pt x="4022958" y="2357327"/>
                </a:lnTo>
                <a:lnTo>
                  <a:pt x="3849682" y="2357327"/>
                </a:lnTo>
                <a:close/>
                <a:moveTo>
                  <a:pt x="5197931" y="1669671"/>
                </a:moveTo>
                <a:cubicBezTo>
                  <a:pt x="5220074" y="1669671"/>
                  <a:pt x="5243096" y="1670725"/>
                  <a:pt x="5266820" y="1670725"/>
                </a:cubicBezTo>
                <a:lnTo>
                  <a:pt x="5320420" y="1872822"/>
                </a:lnTo>
                <a:lnTo>
                  <a:pt x="5342562" y="1959460"/>
                </a:lnTo>
                <a:lnTo>
                  <a:pt x="5389484" y="2133439"/>
                </a:lnTo>
                <a:lnTo>
                  <a:pt x="5287908" y="2133439"/>
                </a:lnTo>
                <a:cubicBezTo>
                  <a:pt x="5270686" y="2133439"/>
                  <a:pt x="5252761" y="2133439"/>
                  <a:pt x="5229388" y="2133439"/>
                </a:cubicBezTo>
                <a:cubicBezTo>
                  <a:pt x="5211639" y="2133439"/>
                  <a:pt x="5195998" y="2131154"/>
                  <a:pt x="5180709" y="2131154"/>
                </a:cubicBezTo>
                <a:lnTo>
                  <a:pt x="5180182" y="2131154"/>
                </a:lnTo>
                <a:cubicBezTo>
                  <a:pt x="4984587" y="2116216"/>
                  <a:pt x="4923958" y="2041528"/>
                  <a:pt x="4875806" y="1894613"/>
                </a:cubicBezTo>
                <a:cubicBezTo>
                  <a:pt x="4847864" y="1809381"/>
                  <a:pt x="4845053" y="1753145"/>
                  <a:pt x="4868601" y="1720634"/>
                </a:cubicBezTo>
                <a:cubicBezTo>
                  <a:pt x="4899531" y="1677403"/>
                  <a:pt x="4984587" y="1669671"/>
                  <a:pt x="5119201" y="1669671"/>
                </a:cubicBezTo>
                <a:close/>
                <a:moveTo>
                  <a:pt x="3505941" y="60980"/>
                </a:moveTo>
                <a:lnTo>
                  <a:pt x="3505941" y="2358205"/>
                </a:lnTo>
                <a:lnTo>
                  <a:pt x="3462358" y="2358205"/>
                </a:lnTo>
                <a:lnTo>
                  <a:pt x="2860461" y="1409229"/>
                </a:lnTo>
                <a:lnTo>
                  <a:pt x="2187918" y="1409229"/>
                </a:lnTo>
                <a:lnTo>
                  <a:pt x="2386676" y="2357327"/>
                </a:lnTo>
                <a:lnTo>
                  <a:pt x="2152947" y="2357327"/>
                </a:lnTo>
                <a:cubicBezTo>
                  <a:pt x="2148184" y="2310300"/>
                  <a:pt x="2139784" y="2263694"/>
                  <a:pt x="2127816" y="2217968"/>
                </a:cubicBezTo>
                <a:cubicBezTo>
                  <a:pt x="2086799" y="2054146"/>
                  <a:pt x="2014853" y="1899656"/>
                  <a:pt x="1915878" y="1762811"/>
                </a:cubicBezTo>
                <a:lnTo>
                  <a:pt x="1914824" y="1433657"/>
                </a:lnTo>
                <a:lnTo>
                  <a:pt x="1915527" y="60980"/>
                </a:lnTo>
                <a:close/>
                <a:moveTo>
                  <a:pt x="5358027" y="60980"/>
                </a:moveTo>
                <a:lnTo>
                  <a:pt x="5358027" y="1406417"/>
                </a:lnTo>
                <a:lnTo>
                  <a:pt x="5041702" y="1406417"/>
                </a:lnTo>
                <a:cubicBezTo>
                  <a:pt x="4851028" y="1406417"/>
                  <a:pt x="4636102" y="1395346"/>
                  <a:pt x="4528903" y="1523633"/>
                </a:cubicBezTo>
                <a:cubicBezTo>
                  <a:pt x="4457554" y="1609920"/>
                  <a:pt x="4441738" y="1724676"/>
                  <a:pt x="4475127" y="1900412"/>
                </a:cubicBezTo>
                <a:cubicBezTo>
                  <a:pt x="4516074" y="2125882"/>
                  <a:pt x="4646822" y="2277718"/>
                  <a:pt x="4861747" y="2357327"/>
                </a:cubicBezTo>
                <a:lnTo>
                  <a:pt x="4439980" y="2357327"/>
                </a:lnTo>
                <a:lnTo>
                  <a:pt x="4167061" y="1406945"/>
                </a:lnTo>
                <a:lnTo>
                  <a:pt x="3769546" y="1406945"/>
                </a:lnTo>
                <a:lnTo>
                  <a:pt x="3769546" y="60980"/>
                </a:lnTo>
                <a:close/>
                <a:moveTo>
                  <a:pt x="7211695" y="60980"/>
                </a:moveTo>
                <a:lnTo>
                  <a:pt x="7211695" y="1409229"/>
                </a:lnTo>
                <a:lnTo>
                  <a:pt x="6829292" y="1409229"/>
                </a:lnTo>
                <a:lnTo>
                  <a:pt x="7033674" y="2088977"/>
                </a:lnTo>
                <a:lnTo>
                  <a:pt x="6402604" y="1410459"/>
                </a:lnTo>
                <a:lnTo>
                  <a:pt x="5884182" y="1410459"/>
                </a:lnTo>
                <a:lnTo>
                  <a:pt x="6691164" y="2235190"/>
                </a:lnTo>
                <a:lnTo>
                  <a:pt x="6632643" y="2358205"/>
                </a:lnTo>
                <a:lnTo>
                  <a:pt x="5884182" y="2358205"/>
                </a:lnTo>
                <a:lnTo>
                  <a:pt x="5875219" y="2331318"/>
                </a:lnTo>
                <a:lnTo>
                  <a:pt x="5647641" y="1573718"/>
                </a:lnTo>
                <a:lnTo>
                  <a:pt x="5622686" y="1491298"/>
                </a:lnTo>
                <a:lnTo>
                  <a:pt x="5622686" y="60980"/>
                </a:lnTo>
                <a:close/>
                <a:moveTo>
                  <a:pt x="1651219" y="60629"/>
                </a:moveTo>
                <a:lnTo>
                  <a:pt x="1651219" y="1501666"/>
                </a:lnTo>
                <a:cubicBezTo>
                  <a:pt x="1412217" y="1345788"/>
                  <a:pt x="1135608" y="1315562"/>
                  <a:pt x="946516" y="1315562"/>
                </a:cubicBezTo>
                <a:cubicBezTo>
                  <a:pt x="680451" y="1315562"/>
                  <a:pt x="475543" y="1372324"/>
                  <a:pt x="373791" y="1512914"/>
                </a:cubicBezTo>
                <a:cubicBezTo>
                  <a:pt x="283814" y="1642783"/>
                  <a:pt x="315271" y="1783899"/>
                  <a:pt x="334250" y="1866671"/>
                </a:cubicBezTo>
                <a:lnTo>
                  <a:pt x="811550" y="1866671"/>
                </a:lnTo>
                <a:cubicBezTo>
                  <a:pt x="794153" y="1689177"/>
                  <a:pt x="921738" y="1640322"/>
                  <a:pt x="1050025" y="1640322"/>
                </a:cubicBezTo>
                <a:cubicBezTo>
                  <a:pt x="1374259" y="1640322"/>
                  <a:pt x="1562296" y="1922555"/>
                  <a:pt x="1632591" y="2208302"/>
                </a:cubicBezTo>
                <a:cubicBezTo>
                  <a:pt x="1640148" y="2241692"/>
                  <a:pt x="1645244" y="2272973"/>
                  <a:pt x="1651219" y="2302848"/>
                </a:cubicBezTo>
                <a:lnTo>
                  <a:pt x="1651219" y="2357327"/>
                </a:lnTo>
                <a:lnTo>
                  <a:pt x="1263369" y="2357327"/>
                </a:lnTo>
                <a:lnTo>
                  <a:pt x="1197292" y="2092316"/>
                </a:lnTo>
                <a:lnTo>
                  <a:pt x="395407" y="2092316"/>
                </a:lnTo>
                <a:lnTo>
                  <a:pt x="460957" y="2357327"/>
                </a:lnTo>
                <a:lnTo>
                  <a:pt x="59750" y="2357327"/>
                </a:lnTo>
                <a:lnTo>
                  <a:pt x="60453" y="60629"/>
                </a:lnTo>
                <a:close/>
                <a:moveTo>
                  <a:pt x="7273027" y="0"/>
                </a:moveTo>
                <a:lnTo>
                  <a:pt x="5561003" y="0"/>
                </a:lnTo>
                <a:lnTo>
                  <a:pt x="5561003" y="1409229"/>
                </a:lnTo>
                <a:lnTo>
                  <a:pt x="5419359" y="1409229"/>
                </a:lnTo>
                <a:lnTo>
                  <a:pt x="5419359" y="0"/>
                </a:lnTo>
                <a:lnTo>
                  <a:pt x="3707511" y="0"/>
                </a:lnTo>
                <a:lnTo>
                  <a:pt x="3707511" y="1406945"/>
                </a:lnTo>
                <a:lnTo>
                  <a:pt x="3565692" y="1406945"/>
                </a:lnTo>
                <a:lnTo>
                  <a:pt x="3565692" y="0"/>
                </a:lnTo>
                <a:lnTo>
                  <a:pt x="1854370" y="0"/>
                </a:lnTo>
                <a:lnTo>
                  <a:pt x="1854370" y="1682499"/>
                </a:lnTo>
                <a:cubicBezTo>
                  <a:pt x="1811087" y="1632379"/>
                  <a:pt x="1763269" y="1586371"/>
                  <a:pt x="1711497" y="1545073"/>
                </a:cubicBezTo>
                <a:lnTo>
                  <a:pt x="1711497" y="0"/>
                </a:lnTo>
                <a:lnTo>
                  <a:pt x="0" y="0"/>
                </a:lnTo>
                <a:lnTo>
                  <a:pt x="0" y="2417428"/>
                </a:lnTo>
                <a:lnTo>
                  <a:pt x="475543" y="2417428"/>
                </a:lnTo>
                <a:lnTo>
                  <a:pt x="619822" y="3001400"/>
                </a:lnTo>
                <a:cubicBezTo>
                  <a:pt x="873568" y="3061502"/>
                  <a:pt x="1133183" y="3093398"/>
                  <a:pt x="1393941" y="3096473"/>
                </a:cubicBezTo>
                <a:cubicBezTo>
                  <a:pt x="1577585" y="3096473"/>
                  <a:pt x="1825198" y="3068004"/>
                  <a:pt x="1986876" y="2919683"/>
                </a:cubicBezTo>
                <a:cubicBezTo>
                  <a:pt x="2119029" y="2797898"/>
                  <a:pt x="2169993" y="2616714"/>
                  <a:pt x="2160503" y="2417428"/>
                </a:cubicBezTo>
                <a:lnTo>
                  <a:pt x="2401438" y="2417428"/>
                </a:lnTo>
                <a:lnTo>
                  <a:pt x="2536755" y="3060623"/>
                </a:lnTo>
                <a:lnTo>
                  <a:pt x="2953426" y="3060623"/>
                </a:lnTo>
                <a:lnTo>
                  <a:pt x="2815824" y="2417428"/>
                </a:lnTo>
                <a:lnTo>
                  <a:pt x="3082592" y="2417428"/>
                </a:lnTo>
                <a:lnTo>
                  <a:pt x="3489949" y="3060623"/>
                </a:lnTo>
                <a:lnTo>
                  <a:pt x="3845113" y="3060623"/>
                </a:lnTo>
                <a:lnTo>
                  <a:pt x="3850209" y="2417428"/>
                </a:lnTo>
                <a:lnTo>
                  <a:pt x="4040707" y="2417428"/>
                </a:lnTo>
                <a:lnTo>
                  <a:pt x="4220134" y="3060623"/>
                </a:lnTo>
                <a:lnTo>
                  <a:pt x="4643483" y="3060623"/>
                </a:lnTo>
                <a:lnTo>
                  <a:pt x="4458081" y="2417428"/>
                </a:lnTo>
                <a:lnTo>
                  <a:pt x="5392647" y="2417428"/>
                </a:lnTo>
                <a:lnTo>
                  <a:pt x="5392647" y="2419186"/>
                </a:lnTo>
                <a:lnTo>
                  <a:pt x="5484909" y="2419186"/>
                </a:lnTo>
                <a:lnTo>
                  <a:pt x="5676813" y="3062381"/>
                </a:lnTo>
                <a:lnTo>
                  <a:pt x="6096647" y="3062381"/>
                </a:lnTo>
                <a:lnTo>
                  <a:pt x="5902107" y="2417428"/>
                </a:lnTo>
                <a:lnTo>
                  <a:pt x="6603471" y="2417428"/>
                </a:lnTo>
                <a:lnTo>
                  <a:pt x="6294175" y="3062381"/>
                </a:lnTo>
                <a:lnTo>
                  <a:pt x="6758119" y="3062381"/>
                </a:lnTo>
                <a:lnTo>
                  <a:pt x="7076729" y="2417428"/>
                </a:lnTo>
                <a:lnTo>
                  <a:pt x="7132262" y="2417428"/>
                </a:lnTo>
                <a:lnTo>
                  <a:pt x="7325572" y="3062381"/>
                </a:lnTo>
                <a:lnTo>
                  <a:pt x="7709732" y="3062381"/>
                </a:lnTo>
                <a:lnTo>
                  <a:pt x="7273027" y="1606054"/>
                </a:lnTo>
                <a:close/>
              </a:path>
            </a:pathLst>
          </a:custGeom>
        </p:spPr>
      </p:pic>
    </p:spTree>
    <p:extLst>
      <p:ext uri="{BB962C8B-B14F-4D97-AF65-F5344CB8AC3E}">
        <p14:creationId xmlns:p14="http://schemas.microsoft.com/office/powerpoint/2010/main" val="17967285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8_Divider 1">
    <p:bg>
      <p:bgPr>
        <a:gradFill>
          <a:gsLst>
            <a:gs pos="0">
              <a:srgbClr val="00338D"/>
            </a:gs>
            <a:gs pos="100000">
              <a:srgbClr val="1E49E2"/>
            </a:gs>
          </a:gsLst>
          <a:lin ang="0" scaled="0"/>
        </a:gradFill>
        <a:effectLst/>
      </p:bgPr>
    </p:bg>
    <p:spTree>
      <p:nvGrpSpPr>
        <p:cNvPr id="1" name=""/>
        <p:cNvGrpSpPr/>
        <p:nvPr/>
      </p:nvGrpSpPr>
      <p:grpSpPr>
        <a:xfrm>
          <a:off x="0" y="0"/>
          <a:ext cx="0" cy="0"/>
          <a:chOff x="0" y="0"/>
          <a:chExt cx="0" cy="0"/>
        </a:xfrm>
      </p:grpSpPr>
      <p:sp>
        <p:nvSpPr>
          <p:cNvPr id="6" name="Graphic 6">
            <a:extLst>
              <a:ext uri="{FF2B5EF4-FFF2-40B4-BE49-F238E27FC236}">
                <a16:creationId xmlns:a16="http://schemas.microsoft.com/office/drawing/2014/main" id="{0C31D974-C98F-45F0-9C1C-75390626EBAB}"/>
              </a:ext>
            </a:extLst>
          </p:cNvPr>
          <p:cNvSpPr/>
          <p:nvPr userDrawn="1"/>
        </p:nvSpPr>
        <p:spPr>
          <a:xfrm>
            <a:off x="2234933" y="1882443"/>
            <a:ext cx="7718488" cy="3099991"/>
          </a:xfrm>
          <a:custGeom>
            <a:avLst/>
            <a:gdLst>
              <a:gd name="connsiteX0" fmla="*/ 6005027 w 7718488"/>
              <a:gd name="connsiteY0" fmla="*/ -77 h 3099991"/>
              <a:gd name="connsiteX1" fmla="*/ 6005027 w 7718488"/>
              <a:gd name="connsiteY1" fmla="*/ 1546752 h 3099991"/>
              <a:gd name="connsiteX2" fmla="*/ 5861992 w 7718488"/>
              <a:gd name="connsiteY2" fmla="*/ 1684334 h 3099991"/>
              <a:gd name="connsiteX3" fmla="*/ 5861992 w 7718488"/>
              <a:gd name="connsiteY3" fmla="*/ -77 h 3099991"/>
              <a:gd name="connsiteX4" fmla="*/ 4148727 w 7718488"/>
              <a:gd name="connsiteY4" fmla="*/ -77 h 3099991"/>
              <a:gd name="connsiteX5" fmla="*/ 4148727 w 7718488"/>
              <a:gd name="connsiteY5" fmla="*/ 1408466 h 3099991"/>
              <a:gd name="connsiteX6" fmla="*/ 4006746 w 7718488"/>
              <a:gd name="connsiteY6" fmla="*/ 1408466 h 3099991"/>
              <a:gd name="connsiteX7" fmla="*/ 4006746 w 7718488"/>
              <a:gd name="connsiteY7" fmla="*/ -77 h 3099991"/>
              <a:gd name="connsiteX8" fmla="*/ 2292953 w 7718488"/>
              <a:gd name="connsiteY8" fmla="*/ -77 h 3099991"/>
              <a:gd name="connsiteX9" fmla="*/ 2292953 w 7718488"/>
              <a:gd name="connsiteY9" fmla="*/ 1410753 h 3099991"/>
              <a:gd name="connsiteX10" fmla="*/ 2151149 w 7718488"/>
              <a:gd name="connsiteY10" fmla="*/ 1410753 h 3099991"/>
              <a:gd name="connsiteX11" fmla="*/ 2151149 w 7718488"/>
              <a:gd name="connsiteY11" fmla="*/ -77 h 3099991"/>
              <a:gd name="connsiteX12" fmla="*/ 437180 w 7718488"/>
              <a:gd name="connsiteY12" fmla="*/ -77 h 3099991"/>
              <a:gd name="connsiteX13" fmla="*/ 437180 w 7718488"/>
              <a:gd name="connsiteY13" fmla="*/ 1607802 h 3099991"/>
              <a:gd name="connsiteX14" fmla="*/ -21 w 7718488"/>
              <a:gd name="connsiteY14" fmla="*/ 3065783 h 3099991"/>
              <a:gd name="connsiteX15" fmla="*/ 384575 w 7718488"/>
              <a:gd name="connsiteY15" fmla="*/ 3065783 h 3099991"/>
              <a:gd name="connsiteX16" fmla="*/ 578105 w 7718488"/>
              <a:gd name="connsiteY16" fmla="*/ 2420098 h 3099991"/>
              <a:gd name="connsiteX17" fmla="*/ 633701 w 7718488"/>
              <a:gd name="connsiteY17" fmla="*/ 2420098 h 3099991"/>
              <a:gd name="connsiteX18" fmla="*/ 952673 w 7718488"/>
              <a:gd name="connsiteY18" fmla="*/ 3065783 h 3099991"/>
              <a:gd name="connsiteX19" fmla="*/ 1417144 w 7718488"/>
              <a:gd name="connsiteY19" fmla="*/ 3065783 h 3099991"/>
              <a:gd name="connsiteX20" fmla="*/ 1107496 w 7718488"/>
              <a:gd name="connsiteY20" fmla="*/ 2420098 h 3099991"/>
              <a:gd name="connsiteX21" fmla="*/ 1809657 w 7718488"/>
              <a:gd name="connsiteY21" fmla="*/ 2420098 h 3099991"/>
              <a:gd name="connsiteX22" fmla="*/ 1614896 w 7718488"/>
              <a:gd name="connsiteY22" fmla="*/ 3065783 h 3099991"/>
              <a:gd name="connsiteX23" fmla="*/ 2035207 w 7718488"/>
              <a:gd name="connsiteY23" fmla="*/ 3065783 h 3099991"/>
              <a:gd name="connsiteX24" fmla="*/ 2227329 w 7718488"/>
              <a:gd name="connsiteY24" fmla="*/ 2421857 h 3099991"/>
              <a:gd name="connsiteX25" fmla="*/ 2319696 w 7718488"/>
              <a:gd name="connsiteY25" fmla="*/ 2421857 h 3099991"/>
              <a:gd name="connsiteX26" fmla="*/ 2319696 w 7718488"/>
              <a:gd name="connsiteY26" fmla="*/ 2420098 h 3099991"/>
              <a:gd name="connsiteX27" fmla="*/ 3255324 w 7718488"/>
              <a:gd name="connsiteY27" fmla="*/ 2420098 h 3099991"/>
              <a:gd name="connsiteX28" fmla="*/ 3069711 w 7718488"/>
              <a:gd name="connsiteY28" fmla="*/ 3064024 h 3099991"/>
              <a:gd name="connsiteX29" fmla="*/ 3493541 w 7718488"/>
              <a:gd name="connsiteY29" fmla="*/ 3064024 h 3099991"/>
              <a:gd name="connsiteX30" fmla="*/ 3673172 w 7718488"/>
              <a:gd name="connsiteY30" fmla="*/ 2420098 h 3099991"/>
              <a:gd name="connsiteX31" fmla="*/ 3863886 w 7718488"/>
              <a:gd name="connsiteY31" fmla="*/ 2420098 h 3099991"/>
              <a:gd name="connsiteX32" fmla="*/ 3868988 w 7718488"/>
              <a:gd name="connsiteY32" fmla="*/ 3064024 h 3099991"/>
              <a:gd name="connsiteX33" fmla="*/ 4224555 w 7718488"/>
              <a:gd name="connsiteY33" fmla="*/ 3064024 h 3099991"/>
              <a:gd name="connsiteX34" fmla="*/ 4632375 w 7718488"/>
              <a:gd name="connsiteY34" fmla="*/ 2420098 h 3099991"/>
              <a:gd name="connsiteX35" fmla="*/ 4899445 w 7718488"/>
              <a:gd name="connsiteY35" fmla="*/ 2420098 h 3099991"/>
              <a:gd name="connsiteX36" fmla="*/ 4761688 w 7718488"/>
              <a:gd name="connsiteY36" fmla="*/ 3064024 h 3099991"/>
              <a:gd name="connsiteX37" fmla="*/ 5178832 w 7718488"/>
              <a:gd name="connsiteY37" fmla="*/ 3064024 h 3099991"/>
              <a:gd name="connsiteX38" fmla="*/ 5314303 w 7718488"/>
              <a:gd name="connsiteY38" fmla="*/ 2420098 h 3099991"/>
              <a:gd name="connsiteX39" fmla="*/ 5555511 w 7718488"/>
              <a:gd name="connsiteY39" fmla="*/ 2420098 h 3099991"/>
              <a:gd name="connsiteX40" fmla="*/ 5729336 w 7718488"/>
              <a:gd name="connsiteY40" fmla="*/ 2922923 h 3099991"/>
              <a:gd name="connsiteX41" fmla="*/ 6322944 w 7718488"/>
              <a:gd name="connsiteY41" fmla="*/ 3099914 h 3099991"/>
              <a:gd name="connsiteX42" fmla="*/ 7097942 w 7718488"/>
              <a:gd name="connsiteY42" fmla="*/ 3004733 h 3099991"/>
              <a:gd name="connsiteX43" fmla="*/ 7242385 w 7718488"/>
              <a:gd name="connsiteY43" fmla="*/ 2420098 h 3099991"/>
              <a:gd name="connsiteX44" fmla="*/ 7718468 w 7718488"/>
              <a:gd name="connsiteY44" fmla="*/ 2420098 h 3099991"/>
              <a:gd name="connsiteX45" fmla="*/ 7718468 w 7718488"/>
              <a:gd name="connsiteY45" fmla="*/ -77 h 3099991"/>
              <a:gd name="connsiteX46" fmla="*/ 2089395 w 7718488"/>
              <a:gd name="connsiteY46" fmla="*/ 1492915 h 3099991"/>
              <a:gd name="connsiteX47" fmla="*/ 2064413 w 7718488"/>
              <a:gd name="connsiteY47" fmla="*/ 1575429 h 3099991"/>
              <a:gd name="connsiteX48" fmla="*/ 1836575 w 7718488"/>
              <a:gd name="connsiteY48" fmla="*/ 2333889 h 3099991"/>
              <a:gd name="connsiteX49" fmla="*/ 1827603 w 7718488"/>
              <a:gd name="connsiteY49" fmla="*/ 2360808 h 3099991"/>
              <a:gd name="connsiteX50" fmla="*/ 1078291 w 7718488"/>
              <a:gd name="connsiteY50" fmla="*/ 2360808 h 3099991"/>
              <a:gd name="connsiteX51" fmla="*/ 1019704 w 7718488"/>
              <a:gd name="connsiteY51" fmla="*/ 2237652 h 3099991"/>
              <a:gd name="connsiteX52" fmla="*/ 1827603 w 7718488"/>
              <a:gd name="connsiteY52" fmla="*/ 1411985 h 3099991"/>
              <a:gd name="connsiteX53" fmla="*/ 1308591 w 7718488"/>
              <a:gd name="connsiteY53" fmla="*/ 1411985 h 3099991"/>
              <a:gd name="connsiteX54" fmla="*/ 676805 w 7718488"/>
              <a:gd name="connsiteY54" fmla="*/ 2091274 h 3099991"/>
              <a:gd name="connsiteX55" fmla="*/ 881419 w 7718488"/>
              <a:gd name="connsiteY55" fmla="*/ 1410753 h 3099991"/>
              <a:gd name="connsiteX56" fmla="*/ 498582 w 7718488"/>
              <a:gd name="connsiteY56" fmla="*/ 1410753 h 3099991"/>
              <a:gd name="connsiteX57" fmla="*/ 498582 w 7718488"/>
              <a:gd name="connsiteY57" fmla="*/ 60972 h 3099991"/>
              <a:gd name="connsiteX58" fmla="*/ 2089395 w 7718488"/>
              <a:gd name="connsiteY58" fmla="*/ 60972 h 3099991"/>
              <a:gd name="connsiteX59" fmla="*/ 2531874 w 7718488"/>
              <a:gd name="connsiteY59" fmla="*/ 2133498 h 3099991"/>
              <a:gd name="connsiteX60" fmla="*/ 2531874 w 7718488"/>
              <a:gd name="connsiteY60" fmla="*/ 2133498 h 3099991"/>
              <a:gd name="connsiteX61" fmla="*/ 2483140 w 7718488"/>
              <a:gd name="connsiteY61" fmla="*/ 2135786 h 3099991"/>
              <a:gd name="connsiteX62" fmla="*/ 2424554 w 7718488"/>
              <a:gd name="connsiteY62" fmla="*/ 2135786 h 3099991"/>
              <a:gd name="connsiteX63" fmla="*/ 2322863 w 7718488"/>
              <a:gd name="connsiteY63" fmla="*/ 2135786 h 3099991"/>
              <a:gd name="connsiteX64" fmla="*/ 2369838 w 7718488"/>
              <a:gd name="connsiteY64" fmla="*/ 1961609 h 3099991"/>
              <a:gd name="connsiteX65" fmla="*/ 2392005 w 7718488"/>
              <a:gd name="connsiteY65" fmla="*/ 1874872 h 3099991"/>
              <a:gd name="connsiteX66" fmla="*/ 2445666 w 7718488"/>
              <a:gd name="connsiteY66" fmla="*/ 1672546 h 3099991"/>
              <a:gd name="connsiteX67" fmla="*/ 2514633 w 7718488"/>
              <a:gd name="connsiteY67" fmla="*/ 1671491 h 3099991"/>
              <a:gd name="connsiteX68" fmla="*/ 2593452 w 7718488"/>
              <a:gd name="connsiteY68" fmla="*/ 1671491 h 3099991"/>
              <a:gd name="connsiteX69" fmla="*/ 2844337 w 7718488"/>
              <a:gd name="connsiteY69" fmla="*/ 1722512 h 3099991"/>
              <a:gd name="connsiteX70" fmla="*/ 2837124 w 7718488"/>
              <a:gd name="connsiteY70" fmla="*/ 1896688 h 3099991"/>
              <a:gd name="connsiteX71" fmla="*/ 2532402 w 7718488"/>
              <a:gd name="connsiteY71" fmla="*/ 2133498 h 3099991"/>
              <a:gd name="connsiteX72" fmla="*/ 3690941 w 7718488"/>
              <a:gd name="connsiteY72" fmla="*/ 2359928 h 3099991"/>
              <a:gd name="connsiteX73" fmla="*/ 3858432 w 7718488"/>
              <a:gd name="connsiteY73" fmla="*/ 1764736 h 3099991"/>
              <a:gd name="connsiteX74" fmla="*/ 3864414 w 7718488"/>
              <a:gd name="connsiteY74" fmla="*/ 2359928 h 3099991"/>
              <a:gd name="connsiteX75" fmla="*/ 3944641 w 7718488"/>
              <a:gd name="connsiteY75" fmla="*/ 1408466 h 3099991"/>
              <a:gd name="connsiteX76" fmla="*/ 3546674 w 7718488"/>
              <a:gd name="connsiteY76" fmla="*/ 1408466 h 3099991"/>
              <a:gd name="connsiteX77" fmla="*/ 3273445 w 7718488"/>
              <a:gd name="connsiteY77" fmla="*/ 2359928 h 3099991"/>
              <a:gd name="connsiteX78" fmla="*/ 2851198 w 7718488"/>
              <a:gd name="connsiteY78" fmla="*/ 2359928 h 3099991"/>
              <a:gd name="connsiteX79" fmla="*/ 3238258 w 7718488"/>
              <a:gd name="connsiteY79" fmla="*/ 1902494 h 3099991"/>
              <a:gd name="connsiteX80" fmla="*/ 3184421 w 7718488"/>
              <a:gd name="connsiteY80" fmla="*/ 1525287 h 3099991"/>
              <a:gd name="connsiteX81" fmla="*/ 2671040 w 7718488"/>
              <a:gd name="connsiteY81" fmla="*/ 1407938 h 3099991"/>
              <a:gd name="connsiteX82" fmla="*/ 2354355 w 7718488"/>
              <a:gd name="connsiteY82" fmla="*/ 1407938 h 3099991"/>
              <a:gd name="connsiteX83" fmla="*/ 2354355 w 7718488"/>
              <a:gd name="connsiteY83" fmla="*/ 60972 h 3099991"/>
              <a:gd name="connsiteX84" fmla="*/ 3944641 w 7718488"/>
              <a:gd name="connsiteY84" fmla="*/ 60972 h 3099991"/>
              <a:gd name="connsiteX85" fmla="*/ 4912289 w 7718488"/>
              <a:gd name="connsiteY85" fmla="*/ 2359928 h 3099991"/>
              <a:gd name="connsiteX86" fmla="*/ 4672136 w 7718488"/>
              <a:gd name="connsiteY86" fmla="*/ 2359928 h 3099991"/>
              <a:gd name="connsiteX87" fmla="*/ 5035444 w 7718488"/>
              <a:gd name="connsiteY87" fmla="*/ 1789543 h 3099991"/>
              <a:gd name="connsiteX88" fmla="*/ 5801470 w 7718488"/>
              <a:gd name="connsiteY88" fmla="*/ 1435208 h 3099991"/>
              <a:gd name="connsiteX89" fmla="*/ 5800414 w 7718488"/>
              <a:gd name="connsiteY89" fmla="*/ 1764736 h 3099991"/>
              <a:gd name="connsiteX90" fmla="*/ 5588235 w 7718488"/>
              <a:gd name="connsiteY90" fmla="*/ 2220411 h 3099991"/>
              <a:gd name="connsiteX91" fmla="*/ 5563076 w 7718488"/>
              <a:gd name="connsiteY91" fmla="*/ 2359928 h 3099991"/>
              <a:gd name="connsiteX92" fmla="*/ 5329081 w 7718488"/>
              <a:gd name="connsiteY92" fmla="*/ 2359928 h 3099991"/>
              <a:gd name="connsiteX93" fmla="*/ 5528065 w 7718488"/>
              <a:gd name="connsiteY93" fmla="*/ 1410753 h 3099991"/>
              <a:gd name="connsiteX94" fmla="*/ 4854758 w 7718488"/>
              <a:gd name="connsiteY94" fmla="*/ 1410753 h 3099991"/>
              <a:gd name="connsiteX95" fmla="*/ 4252177 w 7718488"/>
              <a:gd name="connsiteY95" fmla="*/ 2360808 h 3099991"/>
              <a:gd name="connsiteX96" fmla="*/ 4208545 w 7718488"/>
              <a:gd name="connsiteY96" fmla="*/ 2360808 h 3099991"/>
              <a:gd name="connsiteX97" fmla="*/ 4208545 w 7718488"/>
              <a:gd name="connsiteY97" fmla="*/ 60972 h 3099991"/>
              <a:gd name="connsiteX98" fmla="*/ 5800766 w 7718488"/>
              <a:gd name="connsiteY98" fmla="*/ 60972 h 3099991"/>
              <a:gd name="connsiteX99" fmla="*/ 6718976 w 7718488"/>
              <a:gd name="connsiteY99" fmla="*/ 2748219 h 3099991"/>
              <a:gd name="connsiteX100" fmla="*/ 6451201 w 7718488"/>
              <a:gd name="connsiteY100" fmla="*/ 2775840 h 3099991"/>
              <a:gd name="connsiteX101" fmla="*/ 6058512 w 7718488"/>
              <a:gd name="connsiteY101" fmla="*/ 2420098 h 3099991"/>
              <a:gd name="connsiteX102" fmla="*/ 6800434 w 7718488"/>
              <a:gd name="connsiteY102" fmla="*/ 2420098 h 3099991"/>
              <a:gd name="connsiteX103" fmla="*/ 7658650 w 7718488"/>
              <a:gd name="connsiteY103" fmla="*/ 2359928 h 3099991"/>
              <a:gd name="connsiteX104" fmla="*/ 7256988 w 7718488"/>
              <a:gd name="connsiteY104" fmla="*/ 2359928 h 3099991"/>
              <a:gd name="connsiteX105" fmla="*/ 7322612 w 7718488"/>
              <a:gd name="connsiteY105" fmla="*/ 2094616 h 3099991"/>
              <a:gd name="connsiteX106" fmla="*/ 6519816 w 7718488"/>
              <a:gd name="connsiteY106" fmla="*/ 2094616 h 3099991"/>
              <a:gd name="connsiteX107" fmla="*/ 6453664 w 7718488"/>
              <a:gd name="connsiteY107" fmla="*/ 2359928 h 3099991"/>
              <a:gd name="connsiteX108" fmla="*/ 6065374 w 7718488"/>
              <a:gd name="connsiteY108" fmla="*/ 2359928 h 3099991"/>
              <a:gd name="connsiteX109" fmla="*/ 6065374 w 7718488"/>
              <a:gd name="connsiteY109" fmla="*/ 2305388 h 3099991"/>
              <a:gd name="connsiteX110" fmla="*/ 6084023 w 7718488"/>
              <a:gd name="connsiteY110" fmla="*/ 2210734 h 3099991"/>
              <a:gd name="connsiteX111" fmla="*/ 6667251 w 7718488"/>
              <a:gd name="connsiteY111" fmla="*/ 1642109 h 3099991"/>
              <a:gd name="connsiteX112" fmla="*/ 6905996 w 7718488"/>
              <a:gd name="connsiteY112" fmla="*/ 1868715 h 3099991"/>
              <a:gd name="connsiteX113" fmla="*/ 7383838 w 7718488"/>
              <a:gd name="connsiteY113" fmla="*/ 1868715 h 3099991"/>
              <a:gd name="connsiteX114" fmla="*/ 7344253 w 7718488"/>
              <a:gd name="connsiteY114" fmla="*/ 1514555 h 3099991"/>
              <a:gd name="connsiteX115" fmla="*/ 6770877 w 7718488"/>
              <a:gd name="connsiteY115" fmla="*/ 1316979 h 3099991"/>
              <a:gd name="connsiteX116" fmla="*/ 6065374 w 7718488"/>
              <a:gd name="connsiteY116" fmla="*/ 1503295 h 3099991"/>
              <a:gd name="connsiteX117" fmla="*/ 6065374 w 7718488"/>
              <a:gd name="connsiteY117" fmla="*/ 60621 h 3099991"/>
              <a:gd name="connsiteX118" fmla="*/ 7657946 w 7718488"/>
              <a:gd name="connsiteY118" fmla="*/ 60621 h 3099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7718488" h="3099991">
                <a:moveTo>
                  <a:pt x="6005027" y="-77"/>
                </a:moveTo>
                <a:lnTo>
                  <a:pt x="6005027" y="1546752"/>
                </a:lnTo>
                <a:cubicBezTo>
                  <a:pt x="5953197" y="1588097"/>
                  <a:pt x="5905324" y="1634157"/>
                  <a:pt x="5861992" y="1684334"/>
                </a:cubicBezTo>
                <a:lnTo>
                  <a:pt x="5861992" y="-77"/>
                </a:lnTo>
                <a:lnTo>
                  <a:pt x="4148727" y="-77"/>
                </a:lnTo>
                <a:lnTo>
                  <a:pt x="4148727" y="1408466"/>
                </a:lnTo>
                <a:lnTo>
                  <a:pt x="4006746" y="1408466"/>
                </a:lnTo>
                <a:lnTo>
                  <a:pt x="4006746" y="-77"/>
                </a:lnTo>
                <a:lnTo>
                  <a:pt x="2292953" y="-77"/>
                </a:lnTo>
                <a:lnTo>
                  <a:pt x="2292953" y="1410753"/>
                </a:lnTo>
                <a:lnTo>
                  <a:pt x="2151149" y="1410753"/>
                </a:lnTo>
                <a:lnTo>
                  <a:pt x="2151149" y="-77"/>
                </a:lnTo>
                <a:lnTo>
                  <a:pt x="437180" y="-77"/>
                </a:lnTo>
                <a:lnTo>
                  <a:pt x="437180" y="1607802"/>
                </a:lnTo>
                <a:lnTo>
                  <a:pt x="-21" y="3065783"/>
                </a:lnTo>
                <a:lnTo>
                  <a:pt x="384575" y="3065783"/>
                </a:lnTo>
                <a:lnTo>
                  <a:pt x="578105" y="2420098"/>
                </a:lnTo>
                <a:lnTo>
                  <a:pt x="633701" y="2420098"/>
                </a:lnTo>
                <a:lnTo>
                  <a:pt x="952673" y="3065783"/>
                </a:lnTo>
                <a:lnTo>
                  <a:pt x="1417144" y="3065783"/>
                </a:lnTo>
                <a:lnTo>
                  <a:pt x="1107496" y="2420098"/>
                </a:lnTo>
                <a:lnTo>
                  <a:pt x="1809657" y="2420098"/>
                </a:lnTo>
                <a:lnTo>
                  <a:pt x="1614896" y="3065783"/>
                </a:lnTo>
                <a:lnTo>
                  <a:pt x="2035207" y="3065783"/>
                </a:lnTo>
                <a:lnTo>
                  <a:pt x="2227329" y="2421857"/>
                </a:lnTo>
                <a:lnTo>
                  <a:pt x="2319696" y="2421857"/>
                </a:lnTo>
                <a:lnTo>
                  <a:pt x="2319696" y="2420098"/>
                </a:lnTo>
                <a:lnTo>
                  <a:pt x="3255324" y="2420098"/>
                </a:lnTo>
                <a:lnTo>
                  <a:pt x="3069711" y="3064024"/>
                </a:lnTo>
                <a:lnTo>
                  <a:pt x="3493541" y="3064024"/>
                </a:lnTo>
                <a:lnTo>
                  <a:pt x="3673172" y="2420098"/>
                </a:lnTo>
                <a:lnTo>
                  <a:pt x="3863886" y="2420098"/>
                </a:lnTo>
                <a:lnTo>
                  <a:pt x="3868988" y="3064024"/>
                </a:lnTo>
                <a:lnTo>
                  <a:pt x="4224555" y="3064024"/>
                </a:lnTo>
                <a:lnTo>
                  <a:pt x="4632375" y="2420098"/>
                </a:lnTo>
                <a:lnTo>
                  <a:pt x="4899445" y="2420098"/>
                </a:lnTo>
                <a:lnTo>
                  <a:pt x="4761688" y="3064024"/>
                </a:lnTo>
                <a:lnTo>
                  <a:pt x="5178832" y="3064024"/>
                </a:lnTo>
                <a:lnTo>
                  <a:pt x="5314303" y="2420098"/>
                </a:lnTo>
                <a:lnTo>
                  <a:pt x="5555511" y="2420098"/>
                </a:lnTo>
                <a:cubicBezTo>
                  <a:pt x="5546010" y="2619609"/>
                  <a:pt x="5597032" y="2800999"/>
                  <a:pt x="5729336" y="2922923"/>
                </a:cubicBezTo>
                <a:cubicBezTo>
                  <a:pt x="5891197" y="3071413"/>
                  <a:pt x="6139091" y="3099914"/>
                  <a:pt x="6322944" y="3099914"/>
                </a:cubicBezTo>
                <a:cubicBezTo>
                  <a:pt x="6583998" y="3096836"/>
                  <a:pt x="6843908" y="3064903"/>
                  <a:pt x="7097942" y="3004733"/>
                </a:cubicBezTo>
                <a:lnTo>
                  <a:pt x="7242385" y="2420098"/>
                </a:lnTo>
                <a:lnTo>
                  <a:pt x="7718468" y="2420098"/>
                </a:lnTo>
                <a:lnTo>
                  <a:pt x="7718468" y="-77"/>
                </a:lnTo>
                <a:close/>
                <a:moveTo>
                  <a:pt x="2089395" y="1492915"/>
                </a:moveTo>
                <a:lnTo>
                  <a:pt x="2064413" y="1575429"/>
                </a:lnTo>
                <a:lnTo>
                  <a:pt x="1836575" y="2333889"/>
                </a:lnTo>
                <a:lnTo>
                  <a:pt x="1827603" y="2360808"/>
                </a:lnTo>
                <a:lnTo>
                  <a:pt x="1078291" y="2360808"/>
                </a:lnTo>
                <a:lnTo>
                  <a:pt x="1019704" y="2237652"/>
                </a:lnTo>
                <a:lnTo>
                  <a:pt x="1827603" y="1411985"/>
                </a:lnTo>
                <a:lnTo>
                  <a:pt x="1308591" y="1411985"/>
                </a:lnTo>
                <a:lnTo>
                  <a:pt x="676805" y="2091274"/>
                </a:lnTo>
                <a:lnTo>
                  <a:pt x="881419" y="1410753"/>
                </a:lnTo>
                <a:lnTo>
                  <a:pt x="498582" y="1410753"/>
                </a:lnTo>
                <a:lnTo>
                  <a:pt x="498582" y="60972"/>
                </a:lnTo>
                <a:lnTo>
                  <a:pt x="2089395" y="60972"/>
                </a:lnTo>
                <a:close/>
                <a:moveTo>
                  <a:pt x="2531874" y="2133498"/>
                </a:moveTo>
                <a:lnTo>
                  <a:pt x="2531874" y="2133498"/>
                </a:lnTo>
                <a:cubicBezTo>
                  <a:pt x="2516568" y="2133498"/>
                  <a:pt x="2500910" y="2135786"/>
                  <a:pt x="2483140" y="2135786"/>
                </a:cubicBezTo>
                <a:cubicBezTo>
                  <a:pt x="2459741" y="2135786"/>
                  <a:pt x="2441795" y="2135786"/>
                  <a:pt x="2424554" y="2135786"/>
                </a:cubicBezTo>
                <a:lnTo>
                  <a:pt x="2322863" y="2135786"/>
                </a:lnTo>
                <a:lnTo>
                  <a:pt x="2369838" y="1961609"/>
                </a:lnTo>
                <a:lnTo>
                  <a:pt x="2392005" y="1874872"/>
                </a:lnTo>
                <a:lnTo>
                  <a:pt x="2445666" y="1672546"/>
                </a:lnTo>
                <a:cubicBezTo>
                  <a:pt x="2469417" y="1672546"/>
                  <a:pt x="2492465" y="1671491"/>
                  <a:pt x="2514633" y="1671491"/>
                </a:cubicBezTo>
                <a:lnTo>
                  <a:pt x="2593452" y="1671491"/>
                </a:lnTo>
                <a:cubicBezTo>
                  <a:pt x="2728219" y="1671491"/>
                  <a:pt x="2813372" y="1679231"/>
                  <a:pt x="2844337" y="1722512"/>
                </a:cubicBezTo>
                <a:cubicBezTo>
                  <a:pt x="2867912" y="1755060"/>
                  <a:pt x="2865097" y="1811360"/>
                  <a:pt x="2837124" y="1896688"/>
                </a:cubicBezTo>
                <a:cubicBezTo>
                  <a:pt x="2788917" y="2043771"/>
                  <a:pt x="2728219" y="2118544"/>
                  <a:pt x="2532402" y="2133498"/>
                </a:cubicBezTo>
                <a:moveTo>
                  <a:pt x="3690941" y="2359928"/>
                </a:moveTo>
                <a:lnTo>
                  <a:pt x="3858432" y="1764736"/>
                </a:lnTo>
                <a:lnTo>
                  <a:pt x="3864414" y="2359928"/>
                </a:lnTo>
                <a:close/>
                <a:moveTo>
                  <a:pt x="3944641" y="1408466"/>
                </a:moveTo>
                <a:lnTo>
                  <a:pt x="3546674" y="1408466"/>
                </a:lnTo>
                <a:lnTo>
                  <a:pt x="3273445" y="2359928"/>
                </a:lnTo>
                <a:lnTo>
                  <a:pt x="2851198" y="2359928"/>
                </a:lnTo>
                <a:cubicBezTo>
                  <a:pt x="3066368" y="2280229"/>
                  <a:pt x="3197265" y="2128220"/>
                  <a:pt x="3238258" y="1902494"/>
                </a:cubicBezTo>
                <a:cubicBezTo>
                  <a:pt x="3271685" y="1726558"/>
                  <a:pt x="3255851" y="1611672"/>
                  <a:pt x="3184421" y="1525287"/>
                </a:cubicBezTo>
                <a:cubicBezTo>
                  <a:pt x="3077100" y="1396854"/>
                  <a:pt x="2861931" y="1407938"/>
                  <a:pt x="2671040" y="1407938"/>
                </a:cubicBezTo>
                <a:lnTo>
                  <a:pt x="2354355" y="1407938"/>
                </a:lnTo>
                <a:lnTo>
                  <a:pt x="2354355" y="60972"/>
                </a:lnTo>
                <a:lnTo>
                  <a:pt x="3944641" y="60972"/>
                </a:lnTo>
                <a:close/>
                <a:moveTo>
                  <a:pt x="4912289" y="2359928"/>
                </a:moveTo>
                <a:lnTo>
                  <a:pt x="4672136" y="2359928"/>
                </a:lnTo>
                <a:lnTo>
                  <a:pt x="5035444" y="1789543"/>
                </a:lnTo>
                <a:close/>
                <a:moveTo>
                  <a:pt x="5801470" y="1435208"/>
                </a:moveTo>
                <a:lnTo>
                  <a:pt x="5800414" y="1764736"/>
                </a:lnTo>
                <a:cubicBezTo>
                  <a:pt x="5701327" y="1901738"/>
                  <a:pt x="5629298" y="2056403"/>
                  <a:pt x="5588235" y="2220411"/>
                </a:cubicBezTo>
                <a:cubicBezTo>
                  <a:pt x="5576254" y="2266189"/>
                  <a:pt x="5567844" y="2312847"/>
                  <a:pt x="5563076" y="2359928"/>
                </a:cubicBezTo>
                <a:lnTo>
                  <a:pt x="5329081" y="2359928"/>
                </a:lnTo>
                <a:lnTo>
                  <a:pt x="5528065" y="1410753"/>
                </a:lnTo>
                <a:lnTo>
                  <a:pt x="4854758" y="1410753"/>
                </a:lnTo>
                <a:lnTo>
                  <a:pt x="4252177" y="2360808"/>
                </a:lnTo>
                <a:lnTo>
                  <a:pt x="4208545" y="2360808"/>
                </a:lnTo>
                <a:lnTo>
                  <a:pt x="4208545" y="60972"/>
                </a:lnTo>
                <a:lnTo>
                  <a:pt x="5800766" y="60972"/>
                </a:lnTo>
                <a:close/>
                <a:moveTo>
                  <a:pt x="6718976" y="2748219"/>
                </a:moveTo>
                <a:cubicBezTo>
                  <a:pt x="6630709" y="2765355"/>
                  <a:pt x="6541104" y="2774591"/>
                  <a:pt x="6451201" y="2775840"/>
                </a:cubicBezTo>
                <a:cubicBezTo>
                  <a:pt x="6221605" y="2775840"/>
                  <a:pt x="6061855" y="2669047"/>
                  <a:pt x="6058512" y="2420098"/>
                </a:cubicBezTo>
                <a:lnTo>
                  <a:pt x="6800434" y="2420098"/>
                </a:lnTo>
                <a:close/>
                <a:moveTo>
                  <a:pt x="7658650" y="2359928"/>
                </a:moveTo>
                <a:lnTo>
                  <a:pt x="7256988" y="2359928"/>
                </a:lnTo>
                <a:lnTo>
                  <a:pt x="7322612" y="2094616"/>
                </a:lnTo>
                <a:lnTo>
                  <a:pt x="6519816" y="2094616"/>
                </a:lnTo>
                <a:lnTo>
                  <a:pt x="6453664" y="2359928"/>
                </a:lnTo>
                <a:lnTo>
                  <a:pt x="6065374" y="2359928"/>
                </a:lnTo>
                <a:lnTo>
                  <a:pt x="6065374" y="2305388"/>
                </a:lnTo>
                <a:cubicBezTo>
                  <a:pt x="6071355" y="2275479"/>
                  <a:pt x="6076458" y="2244162"/>
                  <a:pt x="6084023" y="2210734"/>
                </a:cubicBezTo>
                <a:cubicBezTo>
                  <a:pt x="6154397" y="1924662"/>
                  <a:pt x="6342648" y="1642109"/>
                  <a:pt x="6667251" y="1642109"/>
                </a:cubicBezTo>
                <a:cubicBezTo>
                  <a:pt x="6795684" y="1642109"/>
                  <a:pt x="6923413" y="1691019"/>
                  <a:pt x="6905996" y="1868715"/>
                </a:cubicBezTo>
                <a:lnTo>
                  <a:pt x="7383838" y="1868715"/>
                </a:lnTo>
                <a:cubicBezTo>
                  <a:pt x="7402839" y="1785849"/>
                  <a:pt x="7434332" y="1644572"/>
                  <a:pt x="7344253" y="1514555"/>
                </a:cubicBezTo>
                <a:cubicBezTo>
                  <a:pt x="7242385" y="1373807"/>
                  <a:pt x="7037244" y="1316979"/>
                  <a:pt x="6770877" y="1316979"/>
                </a:cubicBezTo>
                <a:cubicBezTo>
                  <a:pt x="6581570" y="1316979"/>
                  <a:pt x="6304647" y="1347240"/>
                  <a:pt x="6065374" y="1503295"/>
                </a:cubicBezTo>
                <a:lnTo>
                  <a:pt x="6065374" y="60621"/>
                </a:lnTo>
                <a:lnTo>
                  <a:pt x="7657946" y="60621"/>
                </a:lnTo>
                <a:close/>
              </a:path>
            </a:pathLst>
          </a:custGeom>
          <a:solidFill>
            <a:schemeClr val="bg1"/>
          </a:solidFill>
          <a:ln w="17575" cap="flat">
            <a:noFill/>
            <a:prstDash val="solid"/>
            <a:miter/>
          </a:ln>
        </p:spPr>
        <p:txBody>
          <a:bodyPr rtlCol="0" anchor="ctr"/>
          <a:lstStyle/>
          <a:p>
            <a:endParaRPr lang="en-GB"/>
          </a:p>
        </p:txBody>
      </p:sp>
    </p:spTree>
    <p:extLst>
      <p:ext uri="{BB962C8B-B14F-4D97-AF65-F5344CB8AC3E}">
        <p14:creationId xmlns:p14="http://schemas.microsoft.com/office/powerpoint/2010/main" val="411923041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20_Divider 1">
    <p:bg>
      <p:bgPr>
        <a:gradFill>
          <a:gsLst>
            <a:gs pos="0">
              <a:schemeClr val="accent4"/>
            </a:gs>
            <a:gs pos="100000">
              <a:srgbClr val="76D2FF"/>
            </a:gs>
          </a:gsLst>
          <a:lin ang="0" scaled="0"/>
        </a:gradFill>
        <a:effectLst/>
      </p:bgPr>
    </p:bg>
    <p:spTree>
      <p:nvGrpSpPr>
        <p:cNvPr id="1" name=""/>
        <p:cNvGrpSpPr/>
        <p:nvPr/>
      </p:nvGrpSpPr>
      <p:grpSpPr>
        <a:xfrm>
          <a:off x="0" y="0"/>
          <a:ext cx="0" cy="0"/>
          <a:chOff x="0" y="0"/>
          <a:chExt cx="0" cy="0"/>
        </a:xfrm>
      </p:grpSpPr>
      <p:sp>
        <p:nvSpPr>
          <p:cNvPr id="5" name="Graphic 6">
            <a:extLst>
              <a:ext uri="{FF2B5EF4-FFF2-40B4-BE49-F238E27FC236}">
                <a16:creationId xmlns:a16="http://schemas.microsoft.com/office/drawing/2014/main" id="{1FD68B59-056A-488B-8317-2175CDFC4683}"/>
              </a:ext>
            </a:extLst>
          </p:cNvPr>
          <p:cNvSpPr/>
          <p:nvPr userDrawn="1"/>
        </p:nvSpPr>
        <p:spPr>
          <a:xfrm>
            <a:off x="2234933" y="1882443"/>
            <a:ext cx="7718488" cy="3099991"/>
          </a:xfrm>
          <a:custGeom>
            <a:avLst/>
            <a:gdLst>
              <a:gd name="connsiteX0" fmla="*/ 6005027 w 7718488"/>
              <a:gd name="connsiteY0" fmla="*/ -77 h 3099991"/>
              <a:gd name="connsiteX1" fmla="*/ 6005027 w 7718488"/>
              <a:gd name="connsiteY1" fmla="*/ 1546752 h 3099991"/>
              <a:gd name="connsiteX2" fmla="*/ 5861992 w 7718488"/>
              <a:gd name="connsiteY2" fmla="*/ 1684334 h 3099991"/>
              <a:gd name="connsiteX3" fmla="*/ 5861992 w 7718488"/>
              <a:gd name="connsiteY3" fmla="*/ -77 h 3099991"/>
              <a:gd name="connsiteX4" fmla="*/ 4148727 w 7718488"/>
              <a:gd name="connsiteY4" fmla="*/ -77 h 3099991"/>
              <a:gd name="connsiteX5" fmla="*/ 4148727 w 7718488"/>
              <a:gd name="connsiteY5" fmla="*/ 1408466 h 3099991"/>
              <a:gd name="connsiteX6" fmla="*/ 4006746 w 7718488"/>
              <a:gd name="connsiteY6" fmla="*/ 1408466 h 3099991"/>
              <a:gd name="connsiteX7" fmla="*/ 4006746 w 7718488"/>
              <a:gd name="connsiteY7" fmla="*/ -77 h 3099991"/>
              <a:gd name="connsiteX8" fmla="*/ 2292953 w 7718488"/>
              <a:gd name="connsiteY8" fmla="*/ -77 h 3099991"/>
              <a:gd name="connsiteX9" fmla="*/ 2292953 w 7718488"/>
              <a:gd name="connsiteY9" fmla="*/ 1410753 h 3099991"/>
              <a:gd name="connsiteX10" fmla="*/ 2151149 w 7718488"/>
              <a:gd name="connsiteY10" fmla="*/ 1410753 h 3099991"/>
              <a:gd name="connsiteX11" fmla="*/ 2151149 w 7718488"/>
              <a:gd name="connsiteY11" fmla="*/ -77 h 3099991"/>
              <a:gd name="connsiteX12" fmla="*/ 437180 w 7718488"/>
              <a:gd name="connsiteY12" fmla="*/ -77 h 3099991"/>
              <a:gd name="connsiteX13" fmla="*/ 437180 w 7718488"/>
              <a:gd name="connsiteY13" fmla="*/ 1607802 h 3099991"/>
              <a:gd name="connsiteX14" fmla="*/ -21 w 7718488"/>
              <a:gd name="connsiteY14" fmla="*/ 3065783 h 3099991"/>
              <a:gd name="connsiteX15" fmla="*/ 384575 w 7718488"/>
              <a:gd name="connsiteY15" fmla="*/ 3065783 h 3099991"/>
              <a:gd name="connsiteX16" fmla="*/ 578105 w 7718488"/>
              <a:gd name="connsiteY16" fmla="*/ 2420098 h 3099991"/>
              <a:gd name="connsiteX17" fmla="*/ 633701 w 7718488"/>
              <a:gd name="connsiteY17" fmla="*/ 2420098 h 3099991"/>
              <a:gd name="connsiteX18" fmla="*/ 952673 w 7718488"/>
              <a:gd name="connsiteY18" fmla="*/ 3065783 h 3099991"/>
              <a:gd name="connsiteX19" fmla="*/ 1417144 w 7718488"/>
              <a:gd name="connsiteY19" fmla="*/ 3065783 h 3099991"/>
              <a:gd name="connsiteX20" fmla="*/ 1107496 w 7718488"/>
              <a:gd name="connsiteY20" fmla="*/ 2420098 h 3099991"/>
              <a:gd name="connsiteX21" fmla="*/ 1809657 w 7718488"/>
              <a:gd name="connsiteY21" fmla="*/ 2420098 h 3099991"/>
              <a:gd name="connsiteX22" fmla="*/ 1614896 w 7718488"/>
              <a:gd name="connsiteY22" fmla="*/ 3065783 h 3099991"/>
              <a:gd name="connsiteX23" fmla="*/ 2035207 w 7718488"/>
              <a:gd name="connsiteY23" fmla="*/ 3065783 h 3099991"/>
              <a:gd name="connsiteX24" fmla="*/ 2227329 w 7718488"/>
              <a:gd name="connsiteY24" fmla="*/ 2421857 h 3099991"/>
              <a:gd name="connsiteX25" fmla="*/ 2319696 w 7718488"/>
              <a:gd name="connsiteY25" fmla="*/ 2421857 h 3099991"/>
              <a:gd name="connsiteX26" fmla="*/ 2319696 w 7718488"/>
              <a:gd name="connsiteY26" fmla="*/ 2420098 h 3099991"/>
              <a:gd name="connsiteX27" fmla="*/ 3255324 w 7718488"/>
              <a:gd name="connsiteY27" fmla="*/ 2420098 h 3099991"/>
              <a:gd name="connsiteX28" fmla="*/ 3069711 w 7718488"/>
              <a:gd name="connsiteY28" fmla="*/ 3064024 h 3099991"/>
              <a:gd name="connsiteX29" fmla="*/ 3493541 w 7718488"/>
              <a:gd name="connsiteY29" fmla="*/ 3064024 h 3099991"/>
              <a:gd name="connsiteX30" fmla="*/ 3673172 w 7718488"/>
              <a:gd name="connsiteY30" fmla="*/ 2420098 h 3099991"/>
              <a:gd name="connsiteX31" fmla="*/ 3863886 w 7718488"/>
              <a:gd name="connsiteY31" fmla="*/ 2420098 h 3099991"/>
              <a:gd name="connsiteX32" fmla="*/ 3868988 w 7718488"/>
              <a:gd name="connsiteY32" fmla="*/ 3064024 h 3099991"/>
              <a:gd name="connsiteX33" fmla="*/ 4224555 w 7718488"/>
              <a:gd name="connsiteY33" fmla="*/ 3064024 h 3099991"/>
              <a:gd name="connsiteX34" fmla="*/ 4632375 w 7718488"/>
              <a:gd name="connsiteY34" fmla="*/ 2420098 h 3099991"/>
              <a:gd name="connsiteX35" fmla="*/ 4899445 w 7718488"/>
              <a:gd name="connsiteY35" fmla="*/ 2420098 h 3099991"/>
              <a:gd name="connsiteX36" fmla="*/ 4761688 w 7718488"/>
              <a:gd name="connsiteY36" fmla="*/ 3064024 h 3099991"/>
              <a:gd name="connsiteX37" fmla="*/ 5178832 w 7718488"/>
              <a:gd name="connsiteY37" fmla="*/ 3064024 h 3099991"/>
              <a:gd name="connsiteX38" fmla="*/ 5314303 w 7718488"/>
              <a:gd name="connsiteY38" fmla="*/ 2420098 h 3099991"/>
              <a:gd name="connsiteX39" fmla="*/ 5555511 w 7718488"/>
              <a:gd name="connsiteY39" fmla="*/ 2420098 h 3099991"/>
              <a:gd name="connsiteX40" fmla="*/ 5729336 w 7718488"/>
              <a:gd name="connsiteY40" fmla="*/ 2922923 h 3099991"/>
              <a:gd name="connsiteX41" fmla="*/ 6322944 w 7718488"/>
              <a:gd name="connsiteY41" fmla="*/ 3099914 h 3099991"/>
              <a:gd name="connsiteX42" fmla="*/ 7097942 w 7718488"/>
              <a:gd name="connsiteY42" fmla="*/ 3004733 h 3099991"/>
              <a:gd name="connsiteX43" fmla="*/ 7242385 w 7718488"/>
              <a:gd name="connsiteY43" fmla="*/ 2420098 h 3099991"/>
              <a:gd name="connsiteX44" fmla="*/ 7718468 w 7718488"/>
              <a:gd name="connsiteY44" fmla="*/ 2420098 h 3099991"/>
              <a:gd name="connsiteX45" fmla="*/ 7718468 w 7718488"/>
              <a:gd name="connsiteY45" fmla="*/ -77 h 3099991"/>
              <a:gd name="connsiteX46" fmla="*/ 2089395 w 7718488"/>
              <a:gd name="connsiteY46" fmla="*/ 1492915 h 3099991"/>
              <a:gd name="connsiteX47" fmla="*/ 2064413 w 7718488"/>
              <a:gd name="connsiteY47" fmla="*/ 1575429 h 3099991"/>
              <a:gd name="connsiteX48" fmla="*/ 1836575 w 7718488"/>
              <a:gd name="connsiteY48" fmla="*/ 2333889 h 3099991"/>
              <a:gd name="connsiteX49" fmla="*/ 1827603 w 7718488"/>
              <a:gd name="connsiteY49" fmla="*/ 2360808 h 3099991"/>
              <a:gd name="connsiteX50" fmla="*/ 1078291 w 7718488"/>
              <a:gd name="connsiteY50" fmla="*/ 2360808 h 3099991"/>
              <a:gd name="connsiteX51" fmla="*/ 1019704 w 7718488"/>
              <a:gd name="connsiteY51" fmla="*/ 2237652 h 3099991"/>
              <a:gd name="connsiteX52" fmla="*/ 1827603 w 7718488"/>
              <a:gd name="connsiteY52" fmla="*/ 1411985 h 3099991"/>
              <a:gd name="connsiteX53" fmla="*/ 1308591 w 7718488"/>
              <a:gd name="connsiteY53" fmla="*/ 1411985 h 3099991"/>
              <a:gd name="connsiteX54" fmla="*/ 676805 w 7718488"/>
              <a:gd name="connsiteY54" fmla="*/ 2091274 h 3099991"/>
              <a:gd name="connsiteX55" fmla="*/ 881419 w 7718488"/>
              <a:gd name="connsiteY55" fmla="*/ 1410753 h 3099991"/>
              <a:gd name="connsiteX56" fmla="*/ 498582 w 7718488"/>
              <a:gd name="connsiteY56" fmla="*/ 1410753 h 3099991"/>
              <a:gd name="connsiteX57" fmla="*/ 498582 w 7718488"/>
              <a:gd name="connsiteY57" fmla="*/ 60972 h 3099991"/>
              <a:gd name="connsiteX58" fmla="*/ 2089395 w 7718488"/>
              <a:gd name="connsiteY58" fmla="*/ 60972 h 3099991"/>
              <a:gd name="connsiteX59" fmla="*/ 2531874 w 7718488"/>
              <a:gd name="connsiteY59" fmla="*/ 2133498 h 3099991"/>
              <a:gd name="connsiteX60" fmla="*/ 2531874 w 7718488"/>
              <a:gd name="connsiteY60" fmla="*/ 2133498 h 3099991"/>
              <a:gd name="connsiteX61" fmla="*/ 2483140 w 7718488"/>
              <a:gd name="connsiteY61" fmla="*/ 2135786 h 3099991"/>
              <a:gd name="connsiteX62" fmla="*/ 2424554 w 7718488"/>
              <a:gd name="connsiteY62" fmla="*/ 2135786 h 3099991"/>
              <a:gd name="connsiteX63" fmla="*/ 2322863 w 7718488"/>
              <a:gd name="connsiteY63" fmla="*/ 2135786 h 3099991"/>
              <a:gd name="connsiteX64" fmla="*/ 2369838 w 7718488"/>
              <a:gd name="connsiteY64" fmla="*/ 1961609 h 3099991"/>
              <a:gd name="connsiteX65" fmla="*/ 2392005 w 7718488"/>
              <a:gd name="connsiteY65" fmla="*/ 1874872 h 3099991"/>
              <a:gd name="connsiteX66" fmla="*/ 2445666 w 7718488"/>
              <a:gd name="connsiteY66" fmla="*/ 1672546 h 3099991"/>
              <a:gd name="connsiteX67" fmla="*/ 2514633 w 7718488"/>
              <a:gd name="connsiteY67" fmla="*/ 1671491 h 3099991"/>
              <a:gd name="connsiteX68" fmla="*/ 2593452 w 7718488"/>
              <a:gd name="connsiteY68" fmla="*/ 1671491 h 3099991"/>
              <a:gd name="connsiteX69" fmla="*/ 2844337 w 7718488"/>
              <a:gd name="connsiteY69" fmla="*/ 1722512 h 3099991"/>
              <a:gd name="connsiteX70" fmla="*/ 2837124 w 7718488"/>
              <a:gd name="connsiteY70" fmla="*/ 1896688 h 3099991"/>
              <a:gd name="connsiteX71" fmla="*/ 2532402 w 7718488"/>
              <a:gd name="connsiteY71" fmla="*/ 2133498 h 3099991"/>
              <a:gd name="connsiteX72" fmla="*/ 3690941 w 7718488"/>
              <a:gd name="connsiteY72" fmla="*/ 2359928 h 3099991"/>
              <a:gd name="connsiteX73" fmla="*/ 3858432 w 7718488"/>
              <a:gd name="connsiteY73" fmla="*/ 1764736 h 3099991"/>
              <a:gd name="connsiteX74" fmla="*/ 3864414 w 7718488"/>
              <a:gd name="connsiteY74" fmla="*/ 2359928 h 3099991"/>
              <a:gd name="connsiteX75" fmla="*/ 3944641 w 7718488"/>
              <a:gd name="connsiteY75" fmla="*/ 1408466 h 3099991"/>
              <a:gd name="connsiteX76" fmla="*/ 3546674 w 7718488"/>
              <a:gd name="connsiteY76" fmla="*/ 1408466 h 3099991"/>
              <a:gd name="connsiteX77" fmla="*/ 3273445 w 7718488"/>
              <a:gd name="connsiteY77" fmla="*/ 2359928 h 3099991"/>
              <a:gd name="connsiteX78" fmla="*/ 2851198 w 7718488"/>
              <a:gd name="connsiteY78" fmla="*/ 2359928 h 3099991"/>
              <a:gd name="connsiteX79" fmla="*/ 3238258 w 7718488"/>
              <a:gd name="connsiteY79" fmla="*/ 1902494 h 3099991"/>
              <a:gd name="connsiteX80" fmla="*/ 3184421 w 7718488"/>
              <a:gd name="connsiteY80" fmla="*/ 1525287 h 3099991"/>
              <a:gd name="connsiteX81" fmla="*/ 2671040 w 7718488"/>
              <a:gd name="connsiteY81" fmla="*/ 1407938 h 3099991"/>
              <a:gd name="connsiteX82" fmla="*/ 2354355 w 7718488"/>
              <a:gd name="connsiteY82" fmla="*/ 1407938 h 3099991"/>
              <a:gd name="connsiteX83" fmla="*/ 2354355 w 7718488"/>
              <a:gd name="connsiteY83" fmla="*/ 60972 h 3099991"/>
              <a:gd name="connsiteX84" fmla="*/ 3944641 w 7718488"/>
              <a:gd name="connsiteY84" fmla="*/ 60972 h 3099991"/>
              <a:gd name="connsiteX85" fmla="*/ 4912289 w 7718488"/>
              <a:gd name="connsiteY85" fmla="*/ 2359928 h 3099991"/>
              <a:gd name="connsiteX86" fmla="*/ 4672136 w 7718488"/>
              <a:gd name="connsiteY86" fmla="*/ 2359928 h 3099991"/>
              <a:gd name="connsiteX87" fmla="*/ 5035444 w 7718488"/>
              <a:gd name="connsiteY87" fmla="*/ 1789543 h 3099991"/>
              <a:gd name="connsiteX88" fmla="*/ 5801470 w 7718488"/>
              <a:gd name="connsiteY88" fmla="*/ 1435208 h 3099991"/>
              <a:gd name="connsiteX89" fmla="*/ 5800414 w 7718488"/>
              <a:gd name="connsiteY89" fmla="*/ 1764736 h 3099991"/>
              <a:gd name="connsiteX90" fmla="*/ 5588235 w 7718488"/>
              <a:gd name="connsiteY90" fmla="*/ 2220411 h 3099991"/>
              <a:gd name="connsiteX91" fmla="*/ 5563076 w 7718488"/>
              <a:gd name="connsiteY91" fmla="*/ 2359928 h 3099991"/>
              <a:gd name="connsiteX92" fmla="*/ 5329081 w 7718488"/>
              <a:gd name="connsiteY92" fmla="*/ 2359928 h 3099991"/>
              <a:gd name="connsiteX93" fmla="*/ 5528065 w 7718488"/>
              <a:gd name="connsiteY93" fmla="*/ 1410753 h 3099991"/>
              <a:gd name="connsiteX94" fmla="*/ 4854758 w 7718488"/>
              <a:gd name="connsiteY94" fmla="*/ 1410753 h 3099991"/>
              <a:gd name="connsiteX95" fmla="*/ 4252177 w 7718488"/>
              <a:gd name="connsiteY95" fmla="*/ 2360808 h 3099991"/>
              <a:gd name="connsiteX96" fmla="*/ 4208545 w 7718488"/>
              <a:gd name="connsiteY96" fmla="*/ 2360808 h 3099991"/>
              <a:gd name="connsiteX97" fmla="*/ 4208545 w 7718488"/>
              <a:gd name="connsiteY97" fmla="*/ 60972 h 3099991"/>
              <a:gd name="connsiteX98" fmla="*/ 5800766 w 7718488"/>
              <a:gd name="connsiteY98" fmla="*/ 60972 h 3099991"/>
              <a:gd name="connsiteX99" fmla="*/ 6718976 w 7718488"/>
              <a:gd name="connsiteY99" fmla="*/ 2748219 h 3099991"/>
              <a:gd name="connsiteX100" fmla="*/ 6451201 w 7718488"/>
              <a:gd name="connsiteY100" fmla="*/ 2775840 h 3099991"/>
              <a:gd name="connsiteX101" fmla="*/ 6058512 w 7718488"/>
              <a:gd name="connsiteY101" fmla="*/ 2420098 h 3099991"/>
              <a:gd name="connsiteX102" fmla="*/ 6800434 w 7718488"/>
              <a:gd name="connsiteY102" fmla="*/ 2420098 h 3099991"/>
              <a:gd name="connsiteX103" fmla="*/ 7658650 w 7718488"/>
              <a:gd name="connsiteY103" fmla="*/ 2359928 h 3099991"/>
              <a:gd name="connsiteX104" fmla="*/ 7256988 w 7718488"/>
              <a:gd name="connsiteY104" fmla="*/ 2359928 h 3099991"/>
              <a:gd name="connsiteX105" fmla="*/ 7322612 w 7718488"/>
              <a:gd name="connsiteY105" fmla="*/ 2094616 h 3099991"/>
              <a:gd name="connsiteX106" fmla="*/ 6519816 w 7718488"/>
              <a:gd name="connsiteY106" fmla="*/ 2094616 h 3099991"/>
              <a:gd name="connsiteX107" fmla="*/ 6453664 w 7718488"/>
              <a:gd name="connsiteY107" fmla="*/ 2359928 h 3099991"/>
              <a:gd name="connsiteX108" fmla="*/ 6065374 w 7718488"/>
              <a:gd name="connsiteY108" fmla="*/ 2359928 h 3099991"/>
              <a:gd name="connsiteX109" fmla="*/ 6065374 w 7718488"/>
              <a:gd name="connsiteY109" fmla="*/ 2305388 h 3099991"/>
              <a:gd name="connsiteX110" fmla="*/ 6084023 w 7718488"/>
              <a:gd name="connsiteY110" fmla="*/ 2210734 h 3099991"/>
              <a:gd name="connsiteX111" fmla="*/ 6667251 w 7718488"/>
              <a:gd name="connsiteY111" fmla="*/ 1642109 h 3099991"/>
              <a:gd name="connsiteX112" fmla="*/ 6905996 w 7718488"/>
              <a:gd name="connsiteY112" fmla="*/ 1868715 h 3099991"/>
              <a:gd name="connsiteX113" fmla="*/ 7383838 w 7718488"/>
              <a:gd name="connsiteY113" fmla="*/ 1868715 h 3099991"/>
              <a:gd name="connsiteX114" fmla="*/ 7344253 w 7718488"/>
              <a:gd name="connsiteY114" fmla="*/ 1514555 h 3099991"/>
              <a:gd name="connsiteX115" fmla="*/ 6770877 w 7718488"/>
              <a:gd name="connsiteY115" fmla="*/ 1316979 h 3099991"/>
              <a:gd name="connsiteX116" fmla="*/ 6065374 w 7718488"/>
              <a:gd name="connsiteY116" fmla="*/ 1503295 h 3099991"/>
              <a:gd name="connsiteX117" fmla="*/ 6065374 w 7718488"/>
              <a:gd name="connsiteY117" fmla="*/ 60621 h 3099991"/>
              <a:gd name="connsiteX118" fmla="*/ 7657946 w 7718488"/>
              <a:gd name="connsiteY118" fmla="*/ 60621 h 3099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7718488" h="3099991">
                <a:moveTo>
                  <a:pt x="6005027" y="-77"/>
                </a:moveTo>
                <a:lnTo>
                  <a:pt x="6005027" y="1546752"/>
                </a:lnTo>
                <a:cubicBezTo>
                  <a:pt x="5953197" y="1588097"/>
                  <a:pt x="5905324" y="1634157"/>
                  <a:pt x="5861992" y="1684334"/>
                </a:cubicBezTo>
                <a:lnTo>
                  <a:pt x="5861992" y="-77"/>
                </a:lnTo>
                <a:lnTo>
                  <a:pt x="4148727" y="-77"/>
                </a:lnTo>
                <a:lnTo>
                  <a:pt x="4148727" y="1408466"/>
                </a:lnTo>
                <a:lnTo>
                  <a:pt x="4006746" y="1408466"/>
                </a:lnTo>
                <a:lnTo>
                  <a:pt x="4006746" y="-77"/>
                </a:lnTo>
                <a:lnTo>
                  <a:pt x="2292953" y="-77"/>
                </a:lnTo>
                <a:lnTo>
                  <a:pt x="2292953" y="1410753"/>
                </a:lnTo>
                <a:lnTo>
                  <a:pt x="2151149" y="1410753"/>
                </a:lnTo>
                <a:lnTo>
                  <a:pt x="2151149" y="-77"/>
                </a:lnTo>
                <a:lnTo>
                  <a:pt x="437180" y="-77"/>
                </a:lnTo>
                <a:lnTo>
                  <a:pt x="437180" y="1607802"/>
                </a:lnTo>
                <a:lnTo>
                  <a:pt x="-21" y="3065783"/>
                </a:lnTo>
                <a:lnTo>
                  <a:pt x="384575" y="3065783"/>
                </a:lnTo>
                <a:lnTo>
                  <a:pt x="578105" y="2420098"/>
                </a:lnTo>
                <a:lnTo>
                  <a:pt x="633701" y="2420098"/>
                </a:lnTo>
                <a:lnTo>
                  <a:pt x="952673" y="3065783"/>
                </a:lnTo>
                <a:lnTo>
                  <a:pt x="1417144" y="3065783"/>
                </a:lnTo>
                <a:lnTo>
                  <a:pt x="1107496" y="2420098"/>
                </a:lnTo>
                <a:lnTo>
                  <a:pt x="1809657" y="2420098"/>
                </a:lnTo>
                <a:lnTo>
                  <a:pt x="1614896" y="3065783"/>
                </a:lnTo>
                <a:lnTo>
                  <a:pt x="2035207" y="3065783"/>
                </a:lnTo>
                <a:lnTo>
                  <a:pt x="2227329" y="2421857"/>
                </a:lnTo>
                <a:lnTo>
                  <a:pt x="2319696" y="2421857"/>
                </a:lnTo>
                <a:lnTo>
                  <a:pt x="2319696" y="2420098"/>
                </a:lnTo>
                <a:lnTo>
                  <a:pt x="3255324" y="2420098"/>
                </a:lnTo>
                <a:lnTo>
                  <a:pt x="3069711" y="3064024"/>
                </a:lnTo>
                <a:lnTo>
                  <a:pt x="3493541" y="3064024"/>
                </a:lnTo>
                <a:lnTo>
                  <a:pt x="3673172" y="2420098"/>
                </a:lnTo>
                <a:lnTo>
                  <a:pt x="3863886" y="2420098"/>
                </a:lnTo>
                <a:lnTo>
                  <a:pt x="3868988" y="3064024"/>
                </a:lnTo>
                <a:lnTo>
                  <a:pt x="4224555" y="3064024"/>
                </a:lnTo>
                <a:lnTo>
                  <a:pt x="4632375" y="2420098"/>
                </a:lnTo>
                <a:lnTo>
                  <a:pt x="4899445" y="2420098"/>
                </a:lnTo>
                <a:lnTo>
                  <a:pt x="4761688" y="3064024"/>
                </a:lnTo>
                <a:lnTo>
                  <a:pt x="5178832" y="3064024"/>
                </a:lnTo>
                <a:lnTo>
                  <a:pt x="5314303" y="2420098"/>
                </a:lnTo>
                <a:lnTo>
                  <a:pt x="5555511" y="2420098"/>
                </a:lnTo>
                <a:cubicBezTo>
                  <a:pt x="5546010" y="2619609"/>
                  <a:pt x="5597032" y="2800999"/>
                  <a:pt x="5729336" y="2922923"/>
                </a:cubicBezTo>
                <a:cubicBezTo>
                  <a:pt x="5891197" y="3071413"/>
                  <a:pt x="6139091" y="3099914"/>
                  <a:pt x="6322944" y="3099914"/>
                </a:cubicBezTo>
                <a:cubicBezTo>
                  <a:pt x="6583998" y="3096836"/>
                  <a:pt x="6843908" y="3064903"/>
                  <a:pt x="7097942" y="3004733"/>
                </a:cubicBezTo>
                <a:lnTo>
                  <a:pt x="7242385" y="2420098"/>
                </a:lnTo>
                <a:lnTo>
                  <a:pt x="7718468" y="2420098"/>
                </a:lnTo>
                <a:lnTo>
                  <a:pt x="7718468" y="-77"/>
                </a:lnTo>
                <a:close/>
                <a:moveTo>
                  <a:pt x="2089395" y="1492915"/>
                </a:moveTo>
                <a:lnTo>
                  <a:pt x="2064413" y="1575429"/>
                </a:lnTo>
                <a:lnTo>
                  <a:pt x="1836575" y="2333889"/>
                </a:lnTo>
                <a:lnTo>
                  <a:pt x="1827603" y="2360808"/>
                </a:lnTo>
                <a:lnTo>
                  <a:pt x="1078291" y="2360808"/>
                </a:lnTo>
                <a:lnTo>
                  <a:pt x="1019704" y="2237652"/>
                </a:lnTo>
                <a:lnTo>
                  <a:pt x="1827603" y="1411985"/>
                </a:lnTo>
                <a:lnTo>
                  <a:pt x="1308591" y="1411985"/>
                </a:lnTo>
                <a:lnTo>
                  <a:pt x="676805" y="2091274"/>
                </a:lnTo>
                <a:lnTo>
                  <a:pt x="881419" y="1410753"/>
                </a:lnTo>
                <a:lnTo>
                  <a:pt x="498582" y="1410753"/>
                </a:lnTo>
                <a:lnTo>
                  <a:pt x="498582" y="60972"/>
                </a:lnTo>
                <a:lnTo>
                  <a:pt x="2089395" y="60972"/>
                </a:lnTo>
                <a:close/>
                <a:moveTo>
                  <a:pt x="2531874" y="2133498"/>
                </a:moveTo>
                <a:lnTo>
                  <a:pt x="2531874" y="2133498"/>
                </a:lnTo>
                <a:cubicBezTo>
                  <a:pt x="2516568" y="2133498"/>
                  <a:pt x="2500910" y="2135786"/>
                  <a:pt x="2483140" y="2135786"/>
                </a:cubicBezTo>
                <a:cubicBezTo>
                  <a:pt x="2459741" y="2135786"/>
                  <a:pt x="2441795" y="2135786"/>
                  <a:pt x="2424554" y="2135786"/>
                </a:cubicBezTo>
                <a:lnTo>
                  <a:pt x="2322863" y="2135786"/>
                </a:lnTo>
                <a:lnTo>
                  <a:pt x="2369838" y="1961609"/>
                </a:lnTo>
                <a:lnTo>
                  <a:pt x="2392005" y="1874872"/>
                </a:lnTo>
                <a:lnTo>
                  <a:pt x="2445666" y="1672546"/>
                </a:lnTo>
                <a:cubicBezTo>
                  <a:pt x="2469417" y="1672546"/>
                  <a:pt x="2492465" y="1671491"/>
                  <a:pt x="2514633" y="1671491"/>
                </a:cubicBezTo>
                <a:lnTo>
                  <a:pt x="2593452" y="1671491"/>
                </a:lnTo>
                <a:cubicBezTo>
                  <a:pt x="2728219" y="1671491"/>
                  <a:pt x="2813372" y="1679231"/>
                  <a:pt x="2844337" y="1722512"/>
                </a:cubicBezTo>
                <a:cubicBezTo>
                  <a:pt x="2867912" y="1755060"/>
                  <a:pt x="2865097" y="1811360"/>
                  <a:pt x="2837124" y="1896688"/>
                </a:cubicBezTo>
                <a:cubicBezTo>
                  <a:pt x="2788917" y="2043771"/>
                  <a:pt x="2728219" y="2118544"/>
                  <a:pt x="2532402" y="2133498"/>
                </a:cubicBezTo>
                <a:moveTo>
                  <a:pt x="3690941" y="2359928"/>
                </a:moveTo>
                <a:lnTo>
                  <a:pt x="3858432" y="1764736"/>
                </a:lnTo>
                <a:lnTo>
                  <a:pt x="3864414" y="2359928"/>
                </a:lnTo>
                <a:close/>
                <a:moveTo>
                  <a:pt x="3944641" y="1408466"/>
                </a:moveTo>
                <a:lnTo>
                  <a:pt x="3546674" y="1408466"/>
                </a:lnTo>
                <a:lnTo>
                  <a:pt x="3273445" y="2359928"/>
                </a:lnTo>
                <a:lnTo>
                  <a:pt x="2851198" y="2359928"/>
                </a:lnTo>
                <a:cubicBezTo>
                  <a:pt x="3066368" y="2280229"/>
                  <a:pt x="3197265" y="2128220"/>
                  <a:pt x="3238258" y="1902494"/>
                </a:cubicBezTo>
                <a:cubicBezTo>
                  <a:pt x="3271685" y="1726558"/>
                  <a:pt x="3255851" y="1611672"/>
                  <a:pt x="3184421" y="1525287"/>
                </a:cubicBezTo>
                <a:cubicBezTo>
                  <a:pt x="3077100" y="1396854"/>
                  <a:pt x="2861931" y="1407938"/>
                  <a:pt x="2671040" y="1407938"/>
                </a:cubicBezTo>
                <a:lnTo>
                  <a:pt x="2354355" y="1407938"/>
                </a:lnTo>
                <a:lnTo>
                  <a:pt x="2354355" y="60972"/>
                </a:lnTo>
                <a:lnTo>
                  <a:pt x="3944641" y="60972"/>
                </a:lnTo>
                <a:close/>
                <a:moveTo>
                  <a:pt x="4912289" y="2359928"/>
                </a:moveTo>
                <a:lnTo>
                  <a:pt x="4672136" y="2359928"/>
                </a:lnTo>
                <a:lnTo>
                  <a:pt x="5035444" y="1789543"/>
                </a:lnTo>
                <a:close/>
                <a:moveTo>
                  <a:pt x="5801470" y="1435208"/>
                </a:moveTo>
                <a:lnTo>
                  <a:pt x="5800414" y="1764736"/>
                </a:lnTo>
                <a:cubicBezTo>
                  <a:pt x="5701327" y="1901738"/>
                  <a:pt x="5629298" y="2056403"/>
                  <a:pt x="5588235" y="2220411"/>
                </a:cubicBezTo>
                <a:cubicBezTo>
                  <a:pt x="5576254" y="2266189"/>
                  <a:pt x="5567844" y="2312847"/>
                  <a:pt x="5563076" y="2359928"/>
                </a:cubicBezTo>
                <a:lnTo>
                  <a:pt x="5329081" y="2359928"/>
                </a:lnTo>
                <a:lnTo>
                  <a:pt x="5528065" y="1410753"/>
                </a:lnTo>
                <a:lnTo>
                  <a:pt x="4854758" y="1410753"/>
                </a:lnTo>
                <a:lnTo>
                  <a:pt x="4252177" y="2360808"/>
                </a:lnTo>
                <a:lnTo>
                  <a:pt x="4208545" y="2360808"/>
                </a:lnTo>
                <a:lnTo>
                  <a:pt x="4208545" y="60972"/>
                </a:lnTo>
                <a:lnTo>
                  <a:pt x="5800766" y="60972"/>
                </a:lnTo>
                <a:close/>
                <a:moveTo>
                  <a:pt x="6718976" y="2748219"/>
                </a:moveTo>
                <a:cubicBezTo>
                  <a:pt x="6630709" y="2765355"/>
                  <a:pt x="6541104" y="2774591"/>
                  <a:pt x="6451201" y="2775840"/>
                </a:cubicBezTo>
                <a:cubicBezTo>
                  <a:pt x="6221605" y="2775840"/>
                  <a:pt x="6061855" y="2669047"/>
                  <a:pt x="6058512" y="2420098"/>
                </a:cubicBezTo>
                <a:lnTo>
                  <a:pt x="6800434" y="2420098"/>
                </a:lnTo>
                <a:close/>
                <a:moveTo>
                  <a:pt x="7658650" y="2359928"/>
                </a:moveTo>
                <a:lnTo>
                  <a:pt x="7256988" y="2359928"/>
                </a:lnTo>
                <a:lnTo>
                  <a:pt x="7322612" y="2094616"/>
                </a:lnTo>
                <a:lnTo>
                  <a:pt x="6519816" y="2094616"/>
                </a:lnTo>
                <a:lnTo>
                  <a:pt x="6453664" y="2359928"/>
                </a:lnTo>
                <a:lnTo>
                  <a:pt x="6065374" y="2359928"/>
                </a:lnTo>
                <a:lnTo>
                  <a:pt x="6065374" y="2305388"/>
                </a:lnTo>
                <a:cubicBezTo>
                  <a:pt x="6071355" y="2275479"/>
                  <a:pt x="6076458" y="2244162"/>
                  <a:pt x="6084023" y="2210734"/>
                </a:cubicBezTo>
                <a:cubicBezTo>
                  <a:pt x="6154397" y="1924662"/>
                  <a:pt x="6342648" y="1642109"/>
                  <a:pt x="6667251" y="1642109"/>
                </a:cubicBezTo>
                <a:cubicBezTo>
                  <a:pt x="6795684" y="1642109"/>
                  <a:pt x="6923413" y="1691019"/>
                  <a:pt x="6905996" y="1868715"/>
                </a:cubicBezTo>
                <a:lnTo>
                  <a:pt x="7383838" y="1868715"/>
                </a:lnTo>
                <a:cubicBezTo>
                  <a:pt x="7402839" y="1785849"/>
                  <a:pt x="7434332" y="1644572"/>
                  <a:pt x="7344253" y="1514555"/>
                </a:cubicBezTo>
                <a:cubicBezTo>
                  <a:pt x="7242385" y="1373807"/>
                  <a:pt x="7037244" y="1316979"/>
                  <a:pt x="6770877" y="1316979"/>
                </a:cubicBezTo>
                <a:cubicBezTo>
                  <a:pt x="6581570" y="1316979"/>
                  <a:pt x="6304647" y="1347240"/>
                  <a:pt x="6065374" y="1503295"/>
                </a:cubicBezTo>
                <a:lnTo>
                  <a:pt x="6065374" y="60621"/>
                </a:lnTo>
                <a:lnTo>
                  <a:pt x="7657946" y="60621"/>
                </a:lnTo>
                <a:close/>
              </a:path>
            </a:pathLst>
          </a:custGeom>
          <a:solidFill>
            <a:schemeClr val="accent2"/>
          </a:solidFill>
          <a:ln w="17575" cap="flat">
            <a:noFill/>
            <a:prstDash val="solid"/>
            <a:miter/>
          </a:ln>
        </p:spPr>
        <p:txBody>
          <a:bodyPr rtlCol="0" anchor="ctr"/>
          <a:lstStyle/>
          <a:p>
            <a:endParaRPr lang="en-GB"/>
          </a:p>
        </p:txBody>
      </p:sp>
    </p:spTree>
    <p:extLst>
      <p:ext uri="{BB962C8B-B14F-4D97-AF65-F5344CB8AC3E}">
        <p14:creationId xmlns:p14="http://schemas.microsoft.com/office/powerpoint/2010/main" val="30472292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MtD New Divider - KPMG Blue">
    <p:bg>
      <p:bgPr>
        <a:solidFill>
          <a:srgbClr val="00338D"/>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07C0B89-7E09-423B-A068-1AF6A41E8CE4}"/>
              </a:ext>
            </a:extLst>
          </p:cNvPr>
          <p:cNvSpPr>
            <a:spLocks noGrp="1"/>
          </p:cNvSpPr>
          <p:nvPr>
            <p:ph type="ctrTitle" hasCustomPrompt="1"/>
          </p:nvPr>
        </p:nvSpPr>
        <p:spPr>
          <a:xfrm>
            <a:off x="1289860" y="2398601"/>
            <a:ext cx="5252400" cy="2648050"/>
          </a:xfrm>
          <a:noFill/>
        </p:spPr>
        <p:txBody>
          <a:bodyPr lIns="0" tIns="0" rIns="0" bIns="0" anchor="t" anchorCtr="0"/>
          <a:lstStyle>
            <a:lvl1pPr marL="457200" indent="-457200" algn="l">
              <a:defRPr sz="8000" baseline="0">
                <a:solidFill>
                  <a:schemeClr val="bg1"/>
                </a:solidFill>
              </a:defRPr>
            </a:lvl1pPr>
          </a:lstStyle>
          <a:p>
            <a:r>
              <a:rPr lang="en-US" dirty="0"/>
              <a:t>Click to edit text that that is staggered</a:t>
            </a:r>
          </a:p>
        </p:txBody>
      </p:sp>
      <p:sp>
        <p:nvSpPr>
          <p:cNvPr id="6" name="Text Placeholder 3">
            <a:extLst>
              <a:ext uri="{FF2B5EF4-FFF2-40B4-BE49-F238E27FC236}">
                <a16:creationId xmlns:a16="http://schemas.microsoft.com/office/drawing/2014/main" id="{F014AE30-3464-4B6F-AD2C-2AECE7250189}"/>
              </a:ext>
            </a:extLst>
          </p:cNvPr>
          <p:cNvSpPr>
            <a:spLocks noGrp="1"/>
          </p:cNvSpPr>
          <p:nvPr>
            <p:ph type="body" sz="quarter" idx="12" hasCustomPrompt="1"/>
          </p:nvPr>
        </p:nvSpPr>
        <p:spPr>
          <a:xfrm>
            <a:off x="6787216" y="1143154"/>
            <a:ext cx="5102352" cy="5539978"/>
          </a:xfrm>
        </p:spPr>
        <p:txBody>
          <a:bodyPr wrap="square" anchor="b" anchorCtr="0">
            <a:spAutoFit/>
          </a:bodyPr>
          <a:lstStyle>
            <a:lvl1pPr>
              <a:lnSpc>
                <a:spcPct val="80000"/>
              </a:lnSpc>
              <a:defRPr lang="en-US" sz="45000" kern="1200" baseline="0" dirty="0" smtClean="0">
                <a:solidFill>
                  <a:schemeClr val="bg1"/>
                </a:solidFill>
                <a:latin typeface="+mj-lt"/>
                <a:ea typeface="+mj-ea"/>
                <a:cs typeface="+mj-cs"/>
              </a:defRPr>
            </a:lvl1pPr>
          </a:lstStyle>
          <a:p>
            <a:pPr lvl="0"/>
            <a:r>
              <a:rPr lang="en-US" dirty="0"/>
              <a:t>00</a:t>
            </a:r>
          </a:p>
        </p:txBody>
      </p:sp>
      <p:sp>
        <p:nvSpPr>
          <p:cNvPr id="7" name="Text Placeholder 3">
            <a:extLst>
              <a:ext uri="{FF2B5EF4-FFF2-40B4-BE49-F238E27FC236}">
                <a16:creationId xmlns:a16="http://schemas.microsoft.com/office/drawing/2014/main" id="{226D1C61-DFFA-4616-9BF6-6877233CE1B8}"/>
              </a:ext>
            </a:extLst>
          </p:cNvPr>
          <p:cNvSpPr>
            <a:spLocks noGrp="1"/>
          </p:cNvSpPr>
          <p:nvPr>
            <p:ph type="body" sz="quarter" idx="11"/>
          </p:nvPr>
        </p:nvSpPr>
        <p:spPr>
          <a:xfrm>
            <a:off x="1289860" y="5046651"/>
            <a:ext cx="5252400" cy="507831"/>
          </a:xfrm>
        </p:spPr>
        <p:txBody>
          <a:bodyPr wrap="square" anchor="b">
            <a:sp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84073895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MtD New Divider - Cobalt">
    <p:bg>
      <p:bgPr>
        <a:solidFill>
          <a:srgbClr val="1E49E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07C0B89-7E09-423B-A068-1AF6A41E8CE4}"/>
              </a:ext>
            </a:extLst>
          </p:cNvPr>
          <p:cNvSpPr>
            <a:spLocks noGrp="1"/>
          </p:cNvSpPr>
          <p:nvPr>
            <p:ph type="ctrTitle" hasCustomPrompt="1"/>
          </p:nvPr>
        </p:nvSpPr>
        <p:spPr>
          <a:xfrm>
            <a:off x="1289860" y="2398601"/>
            <a:ext cx="5252400" cy="2648050"/>
          </a:xfrm>
          <a:noFill/>
        </p:spPr>
        <p:txBody>
          <a:bodyPr lIns="0" tIns="0" rIns="0" bIns="0" anchor="t" anchorCtr="0"/>
          <a:lstStyle>
            <a:lvl1pPr marL="457200" indent="-457200" algn="l">
              <a:defRPr sz="8000" baseline="0">
                <a:solidFill>
                  <a:schemeClr val="bg1"/>
                </a:solidFill>
              </a:defRPr>
            </a:lvl1pPr>
          </a:lstStyle>
          <a:p>
            <a:r>
              <a:rPr lang="en-US" dirty="0"/>
              <a:t>Click to edit text that that is staggered</a:t>
            </a:r>
          </a:p>
        </p:txBody>
      </p:sp>
      <p:sp>
        <p:nvSpPr>
          <p:cNvPr id="6" name="Text Placeholder 3">
            <a:extLst>
              <a:ext uri="{FF2B5EF4-FFF2-40B4-BE49-F238E27FC236}">
                <a16:creationId xmlns:a16="http://schemas.microsoft.com/office/drawing/2014/main" id="{F014AE30-3464-4B6F-AD2C-2AECE7250189}"/>
              </a:ext>
            </a:extLst>
          </p:cNvPr>
          <p:cNvSpPr>
            <a:spLocks noGrp="1"/>
          </p:cNvSpPr>
          <p:nvPr>
            <p:ph type="body" sz="quarter" idx="12" hasCustomPrompt="1"/>
          </p:nvPr>
        </p:nvSpPr>
        <p:spPr>
          <a:xfrm>
            <a:off x="6787216" y="1143154"/>
            <a:ext cx="5102352" cy="5539978"/>
          </a:xfrm>
        </p:spPr>
        <p:txBody>
          <a:bodyPr wrap="square" anchor="b" anchorCtr="0">
            <a:spAutoFit/>
          </a:bodyPr>
          <a:lstStyle>
            <a:lvl1pPr>
              <a:lnSpc>
                <a:spcPct val="80000"/>
              </a:lnSpc>
              <a:defRPr lang="en-US" sz="45000" kern="1200" baseline="0" dirty="0" smtClean="0">
                <a:solidFill>
                  <a:schemeClr val="bg1"/>
                </a:solidFill>
                <a:latin typeface="+mj-lt"/>
                <a:ea typeface="+mj-ea"/>
                <a:cs typeface="+mj-cs"/>
              </a:defRPr>
            </a:lvl1pPr>
          </a:lstStyle>
          <a:p>
            <a:pPr lvl="0"/>
            <a:r>
              <a:rPr lang="en-US" dirty="0"/>
              <a:t>00</a:t>
            </a:r>
          </a:p>
        </p:txBody>
      </p:sp>
      <p:sp>
        <p:nvSpPr>
          <p:cNvPr id="7" name="Text Placeholder 3">
            <a:extLst>
              <a:ext uri="{FF2B5EF4-FFF2-40B4-BE49-F238E27FC236}">
                <a16:creationId xmlns:a16="http://schemas.microsoft.com/office/drawing/2014/main" id="{226D1C61-DFFA-4616-9BF6-6877233CE1B8}"/>
              </a:ext>
            </a:extLst>
          </p:cNvPr>
          <p:cNvSpPr>
            <a:spLocks noGrp="1"/>
          </p:cNvSpPr>
          <p:nvPr>
            <p:ph type="body" sz="quarter" idx="11"/>
          </p:nvPr>
        </p:nvSpPr>
        <p:spPr>
          <a:xfrm>
            <a:off x="1289860" y="5046651"/>
            <a:ext cx="5252400" cy="507831"/>
          </a:xfrm>
        </p:spPr>
        <p:txBody>
          <a:bodyPr wrap="square" anchor="b">
            <a:sp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185315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MtD New Divider - Pacific Blue Text">
    <p:bg>
      <p:bgPr>
        <a:solidFill>
          <a:srgbClr val="1E49E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07C0B89-7E09-423B-A068-1AF6A41E8CE4}"/>
              </a:ext>
            </a:extLst>
          </p:cNvPr>
          <p:cNvSpPr>
            <a:spLocks noGrp="1"/>
          </p:cNvSpPr>
          <p:nvPr>
            <p:ph type="ctrTitle" hasCustomPrompt="1"/>
          </p:nvPr>
        </p:nvSpPr>
        <p:spPr>
          <a:xfrm>
            <a:off x="1289860" y="2398601"/>
            <a:ext cx="5252400" cy="2648050"/>
          </a:xfrm>
          <a:noFill/>
        </p:spPr>
        <p:txBody>
          <a:bodyPr lIns="0" tIns="0" rIns="0" bIns="0" anchor="t" anchorCtr="0"/>
          <a:lstStyle>
            <a:lvl1pPr marL="457200" indent="-457200" algn="l">
              <a:defRPr sz="8000" baseline="0">
                <a:solidFill>
                  <a:srgbClr val="00B8F5"/>
                </a:solidFill>
              </a:defRPr>
            </a:lvl1pPr>
          </a:lstStyle>
          <a:p>
            <a:r>
              <a:rPr lang="en-US" dirty="0"/>
              <a:t>Click to edit text that that is staggered</a:t>
            </a:r>
          </a:p>
        </p:txBody>
      </p:sp>
      <p:sp>
        <p:nvSpPr>
          <p:cNvPr id="6" name="Text Placeholder 3">
            <a:extLst>
              <a:ext uri="{FF2B5EF4-FFF2-40B4-BE49-F238E27FC236}">
                <a16:creationId xmlns:a16="http://schemas.microsoft.com/office/drawing/2014/main" id="{F014AE30-3464-4B6F-AD2C-2AECE7250189}"/>
              </a:ext>
            </a:extLst>
          </p:cNvPr>
          <p:cNvSpPr>
            <a:spLocks noGrp="1"/>
          </p:cNvSpPr>
          <p:nvPr>
            <p:ph type="body" sz="quarter" idx="12" hasCustomPrompt="1"/>
          </p:nvPr>
        </p:nvSpPr>
        <p:spPr>
          <a:xfrm>
            <a:off x="6787216" y="1143154"/>
            <a:ext cx="5102352" cy="5539978"/>
          </a:xfrm>
        </p:spPr>
        <p:txBody>
          <a:bodyPr wrap="square" anchor="b" anchorCtr="0">
            <a:spAutoFit/>
          </a:bodyPr>
          <a:lstStyle>
            <a:lvl1pPr>
              <a:lnSpc>
                <a:spcPct val="80000"/>
              </a:lnSpc>
              <a:defRPr lang="en-US" sz="45000" kern="1200" baseline="0" dirty="0" smtClean="0">
                <a:solidFill>
                  <a:srgbClr val="00B8F5"/>
                </a:solidFill>
                <a:latin typeface="+mj-lt"/>
                <a:ea typeface="+mj-ea"/>
                <a:cs typeface="+mj-cs"/>
              </a:defRPr>
            </a:lvl1pPr>
          </a:lstStyle>
          <a:p>
            <a:pPr lvl="0"/>
            <a:r>
              <a:rPr lang="en-US" dirty="0"/>
              <a:t>00</a:t>
            </a:r>
          </a:p>
        </p:txBody>
      </p:sp>
      <p:sp>
        <p:nvSpPr>
          <p:cNvPr id="7" name="Text Placeholder 3">
            <a:extLst>
              <a:ext uri="{FF2B5EF4-FFF2-40B4-BE49-F238E27FC236}">
                <a16:creationId xmlns:a16="http://schemas.microsoft.com/office/drawing/2014/main" id="{226D1C61-DFFA-4616-9BF6-6877233CE1B8}"/>
              </a:ext>
            </a:extLst>
          </p:cNvPr>
          <p:cNvSpPr>
            <a:spLocks noGrp="1"/>
          </p:cNvSpPr>
          <p:nvPr>
            <p:ph type="body" sz="quarter" idx="11"/>
          </p:nvPr>
        </p:nvSpPr>
        <p:spPr>
          <a:xfrm>
            <a:off x="1289860" y="5046651"/>
            <a:ext cx="5252400" cy="507831"/>
          </a:xfrm>
        </p:spPr>
        <p:txBody>
          <a:bodyPr wrap="square" anchor="b">
            <a:sp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2039966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MtD New Divider - Light Blue">
    <p:bg>
      <p:bgPr>
        <a:solidFill>
          <a:srgbClr val="76D2FF"/>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07C0B89-7E09-423B-A068-1AF6A41E8CE4}"/>
              </a:ext>
            </a:extLst>
          </p:cNvPr>
          <p:cNvSpPr>
            <a:spLocks noGrp="1"/>
          </p:cNvSpPr>
          <p:nvPr>
            <p:ph type="ctrTitle" hasCustomPrompt="1"/>
          </p:nvPr>
        </p:nvSpPr>
        <p:spPr>
          <a:xfrm>
            <a:off x="1289860" y="2398601"/>
            <a:ext cx="5252400" cy="2648050"/>
          </a:xfrm>
          <a:noFill/>
        </p:spPr>
        <p:txBody>
          <a:bodyPr lIns="0" tIns="0" rIns="0" bIns="0" anchor="t" anchorCtr="0"/>
          <a:lstStyle>
            <a:lvl1pPr marL="457200" indent="-457200" algn="l">
              <a:defRPr sz="8000" baseline="0">
                <a:solidFill>
                  <a:srgbClr val="00338D"/>
                </a:solidFill>
              </a:defRPr>
            </a:lvl1pPr>
          </a:lstStyle>
          <a:p>
            <a:r>
              <a:rPr lang="en-US" dirty="0"/>
              <a:t>Click to edit text that that is staggered</a:t>
            </a:r>
          </a:p>
        </p:txBody>
      </p:sp>
      <p:sp>
        <p:nvSpPr>
          <p:cNvPr id="6" name="Text Placeholder 3">
            <a:extLst>
              <a:ext uri="{FF2B5EF4-FFF2-40B4-BE49-F238E27FC236}">
                <a16:creationId xmlns:a16="http://schemas.microsoft.com/office/drawing/2014/main" id="{F014AE30-3464-4B6F-AD2C-2AECE7250189}"/>
              </a:ext>
            </a:extLst>
          </p:cNvPr>
          <p:cNvSpPr>
            <a:spLocks noGrp="1"/>
          </p:cNvSpPr>
          <p:nvPr>
            <p:ph type="body" sz="quarter" idx="12" hasCustomPrompt="1"/>
          </p:nvPr>
        </p:nvSpPr>
        <p:spPr>
          <a:xfrm>
            <a:off x="6787216" y="1143154"/>
            <a:ext cx="5102352" cy="5539978"/>
          </a:xfrm>
        </p:spPr>
        <p:txBody>
          <a:bodyPr wrap="square" anchor="b" anchorCtr="0">
            <a:spAutoFit/>
          </a:bodyPr>
          <a:lstStyle>
            <a:lvl1pPr>
              <a:lnSpc>
                <a:spcPct val="80000"/>
              </a:lnSpc>
              <a:defRPr lang="en-US" sz="45000" kern="1200" baseline="0" dirty="0" smtClean="0">
                <a:solidFill>
                  <a:srgbClr val="00338D"/>
                </a:solidFill>
                <a:latin typeface="+mj-lt"/>
                <a:ea typeface="+mj-ea"/>
                <a:cs typeface="+mj-cs"/>
              </a:defRPr>
            </a:lvl1pPr>
          </a:lstStyle>
          <a:p>
            <a:pPr lvl="0"/>
            <a:r>
              <a:rPr lang="en-US" dirty="0"/>
              <a:t>00</a:t>
            </a:r>
          </a:p>
        </p:txBody>
      </p:sp>
      <p:sp>
        <p:nvSpPr>
          <p:cNvPr id="7" name="Text Placeholder 3">
            <a:extLst>
              <a:ext uri="{FF2B5EF4-FFF2-40B4-BE49-F238E27FC236}">
                <a16:creationId xmlns:a16="http://schemas.microsoft.com/office/drawing/2014/main" id="{226D1C61-DFFA-4616-9BF6-6877233CE1B8}"/>
              </a:ext>
            </a:extLst>
          </p:cNvPr>
          <p:cNvSpPr>
            <a:spLocks noGrp="1"/>
          </p:cNvSpPr>
          <p:nvPr>
            <p:ph type="body" sz="quarter" idx="11"/>
          </p:nvPr>
        </p:nvSpPr>
        <p:spPr>
          <a:xfrm>
            <a:off x="1289860" y="5046651"/>
            <a:ext cx="5252400" cy="507831"/>
          </a:xfrm>
        </p:spPr>
        <p:txBody>
          <a:bodyPr wrap="square" anchor="b">
            <a:spAutoFit/>
          </a:bodyPr>
          <a:lstStyle>
            <a:lvl1pPr>
              <a:defRPr sz="1400">
                <a:solidFill>
                  <a:srgbClr val="00338D"/>
                </a:solidFill>
              </a:defRPr>
            </a:lvl1pPr>
            <a:lvl2pPr>
              <a:defRPr sz="1400">
                <a:solidFill>
                  <a:srgbClr val="00338D"/>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17781428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MtD New Divider - Gradient">
    <p:bg>
      <p:bgPr>
        <a:gradFill>
          <a:gsLst>
            <a:gs pos="100000">
              <a:srgbClr val="1E49E2"/>
            </a:gs>
            <a:gs pos="0">
              <a:srgbClr val="00338D"/>
            </a:gs>
          </a:gsLst>
          <a:lin ang="0" scaled="0"/>
        </a:gra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07C0B89-7E09-423B-A068-1AF6A41E8CE4}"/>
              </a:ext>
            </a:extLst>
          </p:cNvPr>
          <p:cNvSpPr>
            <a:spLocks noGrp="1"/>
          </p:cNvSpPr>
          <p:nvPr>
            <p:ph type="ctrTitle" hasCustomPrompt="1"/>
          </p:nvPr>
        </p:nvSpPr>
        <p:spPr>
          <a:xfrm>
            <a:off x="1289860" y="2398601"/>
            <a:ext cx="5252400" cy="2648050"/>
          </a:xfrm>
          <a:noFill/>
        </p:spPr>
        <p:txBody>
          <a:bodyPr lIns="0" tIns="0" rIns="0" bIns="0" anchor="t" anchorCtr="0"/>
          <a:lstStyle>
            <a:lvl1pPr marL="457200" indent="-457200" algn="l">
              <a:defRPr sz="8000" baseline="0">
                <a:solidFill>
                  <a:schemeClr val="bg1"/>
                </a:solidFill>
              </a:defRPr>
            </a:lvl1pPr>
          </a:lstStyle>
          <a:p>
            <a:r>
              <a:rPr lang="en-US" dirty="0"/>
              <a:t>Click to edit text that that is staggered</a:t>
            </a:r>
          </a:p>
        </p:txBody>
      </p:sp>
      <p:sp>
        <p:nvSpPr>
          <p:cNvPr id="6" name="Text Placeholder 3">
            <a:extLst>
              <a:ext uri="{FF2B5EF4-FFF2-40B4-BE49-F238E27FC236}">
                <a16:creationId xmlns:a16="http://schemas.microsoft.com/office/drawing/2014/main" id="{F014AE30-3464-4B6F-AD2C-2AECE7250189}"/>
              </a:ext>
            </a:extLst>
          </p:cNvPr>
          <p:cNvSpPr>
            <a:spLocks noGrp="1"/>
          </p:cNvSpPr>
          <p:nvPr>
            <p:ph type="body" sz="quarter" idx="12" hasCustomPrompt="1"/>
          </p:nvPr>
        </p:nvSpPr>
        <p:spPr>
          <a:xfrm>
            <a:off x="6787216" y="1143154"/>
            <a:ext cx="5102352" cy="5539978"/>
          </a:xfrm>
        </p:spPr>
        <p:txBody>
          <a:bodyPr wrap="square" anchor="b" anchorCtr="0">
            <a:spAutoFit/>
          </a:bodyPr>
          <a:lstStyle>
            <a:lvl1pPr>
              <a:lnSpc>
                <a:spcPct val="80000"/>
              </a:lnSpc>
              <a:defRPr lang="en-US" sz="45000" kern="1200" baseline="0" dirty="0" smtClean="0">
                <a:solidFill>
                  <a:schemeClr val="bg1"/>
                </a:solidFill>
                <a:latin typeface="+mj-lt"/>
                <a:ea typeface="+mj-ea"/>
                <a:cs typeface="+mj-cs"/>
              </a:defRPr>
            </a:lvl1pPr>
          </a:lstStyle>
          <a:p>
            <a:pPr lvl="0"/>
            <a:r>
              <a:rPr lang="en-US" dirty="0"/>
              <a:t>00</a:t>
            </a:r>
          </a:p>
        </p:txBody>
      </p:sp>
      <p:sp>
        <p:nvSpPr>
          <p:cNvPr id="7" name="Text Placeholder 3">
            <a:extLst>
              <a:ext uri="{FF2B5EF4-FFF2-40B4-BE49-F238E27FC236}">
                <a16:creationId xmlns:a16="http://schemas.microsoft.com/office/drawing/2014/main" id="{226D1C61-DFFA-4616-9BF6-6877233CE1B8}"/>
              </a:ext>
            </a:extLst>
          </p:cNvPr>
          <p:cNvSpPr>
            <a:spLocks noGrp="1"/>
          </p:cNvSpPr>
          <p:nvPr>
            <p:ph type="body" sz="quarter" idx="11"/>
          </p:nvPr>
        </p:nvSpPr>
        <p:spPr>
          <a:xfrm>
            <a:off x="1289860" y="5046651"/>
            <a:ext cx="5252400" cy="507831"/>
          </a:xfrm>
        </p:spPr>
        <p:txBody>
          <a:bodyPr wrap="square" anchor="b">
            <a:sp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246900284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 Columns - Cobal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580C36-1E70-46DD-9783-AFD66B7DEC90}"/>
              </a:ext>
              <a:ext uri="{C183D7F6-B498-43B3-948B-1728B52AA6E4}">
                <adec:decorative xmlns:adec="http://schemas.microsoft.com/office/drawing/2017/decorative" val="1"/>
              </a:ext>
            </a:extLst>
          </p:cNvPr>
          <p:cNvSpPr/>
          <p:nvPr userDrawn="1"/>
        </p:nvSpPr>
        <p:spPr>
          <a:xfrm>
            <a:off x="0" y="0"/>
            <a:ext cx="12192000" cy="26860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a:xfrm>
            <a:off x="558259" y="431800"/>
            <a:ext cx="11082879" cy="533400"/>
          </a:xfrm>
        </p:spPr>
        <p:txBody>
          <a:bodyPr/>
          <a:lstStyle>
            <a:lvl1pPr>
              <a:defRPr>
                <a:solidFill>
                  <a:schemeClr val="bg1"/>
                </a:solidFill>
              </a:defRPr>
            </a:lvl1pPr>
          </a:lstStyle>
          <a:p>
            <a:r>
              <a:rPr lang="en-US"/>
              <a:t>Click to edit Master title style</a:t>
            </a:r>
            <a:endParaRPr lang="en-GB" dirty="0"/>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558259" y="1330325"/>
            <a:ext cx="11082878" cy="569387"/>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
        <p:nvSpPr>
          <p:cNvPr id="2" name="TextBox 1">
            <a:extLst>
              <a:ext uri="{FF2B5EF4-FFF2-40B4-BE49-F238E27FC236}">
                <a16:creationId xmlns:a16="http://schemas.microsoft.com/office/drawing/2014/main" id="{D84C8BB2-32C3-D049-4B5E-4C51D46D41A5}"/>
              </a:ext>
            </a:extLst>
          </p:cNvPr>
          <p:cNvSpPr txBox="1"/>
          <p:nvPr userDrawn="1"/>
        </p:nvSpPr>
        <p:spPr>
          <a:xfrm>
            <a:off x="558259" y="2072315"/>
            <a:ext cx="2520000" cy="4114800"/>
          </a:xfrm>
          <a:prstGeom prst="rect">
            <a:avLst/>
          </a:prstGeom>
          <a:solidFill>
            <a:schemeClr val="bg1"/>
          </a:solidFill>
          <a:ln>
            <a:solidFill>
              <a:srgbClr val="1E49E2"/>
            </a:solidFill>
          </a:ln>
        </p:spPr>
        <p:txBody>
          <a:bodyPr wrap="square" lIns="180000" tIns="216000" rIns="180000" bIns="180000" rtlCol="0">
            <a:noAutofit/>
          </a:bodyPr>
          <a:lstStyle/>
          <a:p>
            <a:pPr marL="0" marR="0" lvl="0" indent="0" algn="l" defTabSz="914400" rtl="0" eaLnBrk="1" fontAlgn="auto" latinLnBrk="0" hangingPunct="1">
              <a:lnSpc>
                <a:spcPct val="70000"/>
              </a:lnSpc>
              <a:spcBef>
                <a:spcPts val="0"/>
              </a:spcBef>
              <a:spcAft>
                <a:spcPts val="1200"/>
              </a:spcAft>
              <a:buClrTx/>
              <a:buSzTx/>
              <a:buFontTx/>
              <a:buNone/>
              <a:tabLst/>
              <a:defRPr/>
            </a:pPr>
            <a:r>
              <a:rPr kumimoji="0" lang="en-GB" sz="6600" b="1" i="0" u="none" strike="noStrike" kern="1200" cap="none" spc="0" normalizeH="0" baseline="0" noProof="0" dirty="0">
                <a:ln>
                  <a:noFill/>
                </a:ln>
                <a:solidFill>
                  <a:srgbClr val="1E49E2"/>
                </a:solidFill>
                <a:effectLst/>
                <a:uLnTx/>
                <a:uFillTx/>
                <a:latin typeface="+mj-lt"/>
                <a:ea typeface="+mn-ea"/>
                <a:cs typeface="+mn-cs"/>
              </a:rPr>
              <a:t>01</a:t>
            </a:r>
          </a:p>
        </p:txBody>
      </p:sp>
      <p:sp>
        <p:nvSpPr>
          <p:cNvPr id="8" name="TextBox 7">
            <a:extLst>
              <a:ext uri="{FF2B5EF4-FFF2-40B4-BE49-F238E27FC236}">
                <a16:creationId xmlns:a16="http://schemas.microsoft.com/office/drawing/2014/main" id="{A48D9722-BD77-EA94-A25E-02B896870689}"/>
              </a:ext>
            </a:extLst>
          </p:cNvPr>
          <p:cNvSpPr txBox="1"/>
          <p:nvPr userDrawn="1"/>
        </p:nvSpPr>
        <p:spPr>
          <a:xfrm>
            <a:off x="3412552" y="2072315"/>
            <a:ext cx="2520000" cy="4114800"/>
          </a:xfrm>
          <a:prstGeom prst="rect">
            <a:avLst/>
          </a:prstGeom>
          <a:solidFill>
            <a:schemeClr val="bg1"/>
          </a:solidFill>
          <a:ln>
            <a:solidFill>
              <a:srgbClr val="1E49E2"/>
            </a:solidFill>
          </a:ln>
        </p:spPr>
        <p:txBody>
          <a:bodyPr wrap="square" lIns="180000" tIns="216000" rIns="180000" bIns="180000" rtlCol="0">
            <a:noAutofit/>
          </a:bodyPr>
          <a:lstStyle/>
          <a:p>
            <a:pPr marL="0" marR="0" lvl="0" indent="0" algn="l" defTabSz="914400" rtl="0" eaLnBrk="1" fontAlgn="auto" latinLnBrk="0" hangingPunct="1">
              <a:lnSpc>
                <a:spcPct val="70000"/>
              </a:lnSpc>
              <a:spcBef>
                <a:spcPts val="0"/>
              </a:spcBef>
              <a:spcAft>
                <a:spcPts val="1200"/>
              </a:spcAft>
              <a:buClrTx/>
              <a:buSzTx/>
              <a:buFontTx/>
              <a:buNone/>
              <a:tabLst/>
              <a:defRPr/>
            </a:pPr>
            <a:r>
              <a:rPr kumimoji="0" lang="en-GB" sz="6600" b="1" i="0" u="none" strike="noStrike" kern="1200" cap="none" spc="0" normalizeH="0" baseline="0" noProof="0" dirty="0">
                <a:ln>
                  <a:noFill/>
                </a:ln>
                <a:solidFill>
                  <a:srgbClr val="1E49E2"/>
                </a:solidFill>
                <a:effectLst/>
                <a:uLnTx/>
                <a:uFillTx/>
                <a:latin typeface="+mj-lt"/>
                <a:ea typeface="+mn-ea"/>
                <a:cs typeface="+mn-cs"/>
              </a:rPr>
              <a:t>02</a:t>
            </a:r>
          </a:p>
        </p:txBody>
      </p:sp>
      <p:sp>
        <p:nvSpPr>
          <p:cNvPr id="11" name="TextBox 10">
            <a:extLst>
              <a:ext uri="{FF2B5EF4-FFF2-40B4-BE49-F238E27FC236}">
                <a16:creationId xmlns:a16="http://schemas.microsoft.com/office/drawing/2014/main" id="{FA83A57A-D3EB-906A-0379-BE277258618B}"/>
              </a:ext>
            </a:extLst>
          </p:cNvPr>
          <p:cNvSpPr txBox="1"/>
          <p:nvPr userDrawn="1"/>
        </p:nvSpPr>
        <p:spPr>
          <a:xfrm>
            <a:off x="6266845" y="2072315"/>
            <a:ext cx="2520000" cy="4114800"/>
          </a:xfrm>
          <a:prstGeom prst="rect">
            <a:avLst/>
          </a:prstGeom>
          <a:solidFill>
            <a:schemeClr val="bg1"/>
          </a:solidFill>
          <a:ln>
            <a:solidFill>
              <a:srgbClr val="1E49E2"/>
            </a:solidFill>
          </a:ln>
        </p:spPr>
        <p:txBody>
          <a:bodyPr wrap="square" lIns="180000" tIns="216000" rIns="180000" bIns="180000" rtlCol="0">
            <a:noAutofit/>
          </a:bodyPr>
          <a:lstStyle/>
          <a:p>
            <a:pPr marL="0" marR="0" lvl="0" indent="0" algn="l" defTabSz="914400" rtl="0" eaLnBrk="1" fontAlgn="auto" latinLnBrk="0" hangingPunct="1">
              <a:lnSpc>
                <a:spcPct val="70000"/>
              </a:lnSpc>
              <a:spcBef>
                <a:spcPts val="0"/>
              </a:spcBef>
              <a:spcAft>
                <a:spcPts val="1200"/>
              </a:spcAft>
              <a:buClrTx/>
              <a:buSzTx/>
              <a:buFontTx/>
              <a:buNone/>
              <a:tabLst/>
              <a:defRPr/>
            </a:pPr>
            <a:r>
              <a:rPr kumimoji="0" lang="en-GB" sz="6600" b="1" i="0" u="none" strike="noStrike" kern="1200" cap="none" spc="0" normalizeH="0" baseline="0" noProof="0" dirty="0">
                <a:ln>
                  <a:noFill/>
                </a:ln>
                <a:solidFill>
                  <a:srgbClr val="1E49E2"/>
                </a:solidFill>
                <a:effectLst/>
                <a:uLnTx/>
                <a:uFillTx/>
                <a:latin typeface="+mj-lt"/>
                <a:ea typeface="+mn-ea"/>
                <a:cs typeface="+mn-cs"/>
              </a:rPr>
              <a:t>03</a:t>
            </a:r>
          </a:p>
        </p:txBody>
      </p:sp>
      <p:sp>
        <p:nvSpPr>
          <p:cNvPr id="13" name="TextBox 12">
            <a:extLst>
              <a:ext uri="{FF2B5EF4-FFF2-40B4-BE49-F238E27FC236}">
                <a16:creationId xmlns:a16="http://schemas.microsoft.com/office/drawing/2014/main" id="{233CD6AB-6BF4-62E8-3E6E-00AAD275937F}"/>
              </a:ext>
            </a:extLst>
          </p:cNvPr>
          <p:cNvSpPr txBox="1"/>
          <p:nvPr userDrawn="1"/>
        </p:nvSpPr>
        <p:spPr>
          <a:xfrm>
            <a:off x="9121138" y="2072315"/>
            <a:ext cx="2520000" cy="4114800"/>
          </a:xfrm>
          <a:prstGeom prst="rect">
            <a:avLst/>
          </a:prstGeom>
          <a:solidFill>
            <a:schemeClr val="bg1"/>
          </a:solidFill>
          <a:ln>
            <a:solidFill>
              <a:srgbClr val="1E49E2"/>
            </a:solidFill>
          </a:ln>
        </p:spPr>
        <p:txBody>
          <a:bodyPr wrap="square" lIns="180000" tIns="216000" rIns="180000" bIns="180000" rtlCol="0">
            <a:noAutofit/>
          </a:bodyPr>
          <a:lstStyle/>
          <a:p>
            <a:pPr marL="0" marR="0" lvl="0" indent="0" algn="l" defTabSz="914400" rtl="0" eaLnBrk="1" fontAlgn="auto" latinLnBrk="0" hangingPunct="1">
              <a:lnSpc>
                <a:spcPct val="70000"/>
              </a:lnSpc>
              <a:spcBef>
                <a:spcPts val="0"/>
              </a:spcBef>
              <a:spcAft>
                <a:spcPts val="400"/>
              </a:spcAft>
              <a:buClrTx/>
              <a:buSzTx/>
              <a:buFontTx/>
              <a:buNone/>
              <a:tabLst/>
              <a:defRPr/>
            </a:pPr>
            <a:r>
              <a:rPr kumimoji="0" lang="en-GB" sz="6600" b="1" i="0" u="none" strike="noStrike" kern="1200" cap="none" spc="0" normalizeH="0" baseline="0" noProof="0" dirty="0">
                <a:ln>
                  <a:noFill/>
                </a:ln>
                <a:solidFill>
                  <a:srgbClr val="1E49E2"/>
                </a:solidFill>
                <a:effectLst/>
                <a:uLnTx/>
                <a:uFillTx/>
                <a:latin typeface="+mj-lt"/>
                <a:ea typeface="+mn-ea"/>
                <a:cs typeface="+mn-cs"/>
              </a:rPr>
              <a:t>04</a:t>
            </a:r>
          </a:p>
        </p:txBody>
      </p:sp>
      <p:sp>
        <p:nvSpPr>
          <p:cNvPr id="15" name="Text Placeholder 7">
            <a:extLst>
              <a:ext uri="{FF2B5EF4-FFF2-40B4-BE49-F238E27FC236}">
                <a16:creationId xmlns:a16="http://schemas.microsoft.com/office/drawing/2014/main" id="{60E71D70-F564-325F-DE6C-6C3267BAECA0}"/>
              </a:ext>
            </a:extLst>
          </p:cNvPr>
          <p:cNvSpPr>
            <a:spLocks noGrp="1"/>
          </p:cNvSpPr>
          <p:nvPr>
            <p:ph type="body" sz="quarter" idx="22" hasCustomPrompt="1"/>
          </p:nvPr>
        </p:nvSpPr>
        <p:spPr>
          <a:xfrm>
            <a:off x="760706" y="2937429"/>
            <a:ext cx="2076259" cy="307298"/>
          </a:xfrm>
        </p:spPr>
        <p:txBody>
          <a:bodyPr lIns="0" tIns="0" rIns="72000" bIns="72000" anchor="t" anchorCtr="0">
            <a:noAutofit/>
          </a:bodyPr>
          <a:lstStyle>
            <a:lvl1pPr marL="0" algn="l" defTabSz="914400" rtl="0" eaLnBrk="1" latinLnBrk="0" hangingPunct="1">
              <a:lnSpc>
                <a:spcPct val="70000"/>
              </a:lnSpc>
              <a:spcAft>
                <a:spcPts val="0"/>
              </a:spcAft>
              <a:defRPr lang="en-US" sz="2800" kern="1200" dirty="0" smtClean="0">
                <a:solidFill>
                  <a:schemeClr val="accent1"/>
                </a:solidFill>
                <a:latin typeface="+mj-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title</a:t>
            </a:r>
          </a:p>
        </p:txBody>
      </p:sp>
      <p:sp>
        <p:nvSpPr>
          <p:cNvPr id="16" name="Text Placeholder 7">
            <a:extLst>
              <a:ext uri="{FF2B5EF4-FFF2-40B4-BE49-F238E27FC236}">
                <a16:creationId xmlns:a16="http://schemas.microsoft.com/office/drawing/2014/main" id="{CDCA2DC0-71E5-278C-BB17-ED781813CC64}"/>
              </a:ext>
            </a:extLst>
          </p:cNvPr>
          <p:cNvSpPr>
            <a:spLocks noGrp="1"/>
          </p:cNvSpPr>
          <p:nvPr>
            <p:ph type="body" sz="quarter" idx="29" hasCustomPrompt="1"/>
          </p:nvPr>
        </p:nvSpPr>
        <p:spPr>
          <a:xfrm>
            <a:off x="3613988" y="2937429"/>
            <a:ext cx="2076259" cy="307298"/>
          </a:xfrm>
        </p:spPr>
        <p:txBody>
          <a:bodyPr lIns="0" tIns="0" rIns="72000" bIns="72000" anchor="t" anchorCtr="0">
            <a:noAutofit/>
          </a:bodyPr>
          <a:lstStyle>
            <a:lvl1pPr marL="0" algn="l" defTabSz="914400" rtl="0" eaLnBrk="1" latinLnBrk="0" hangingPunct="1">
              <a:lnSpc>
                <a:spcPct val="70000"/>
              </a:lnSpc>
              <a:spcAft>
                <a:spcPts val="0"/>
              </a:spcAft>
              <a:defRPr lang="en-US" sz="2800" kern="1200" dirty="0" smtClean="0">
                <a:solidFill>
                  <a:schemeClr val="accent1"/>
                </a:solidFill>
                <a:latin typeface="+mj-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title</a:t>
            </a:r>
          </a:p>
        </p:txBody>
      </p:sp>
      <p:sp>
        <p:nvSpPr>
          <p:cNvPr id="17" name="Text Placeholder 7">
            <a:extLst>
              <a:ext uri="{FF2B5EF4-FFF2-40B4-BE49-F238E27FC236}">
                <a16:creationId xmlns:a16="http://schemas.microsoft.com/office/drawing/2014/main" id="{0A09B586-9C31-CFA3-7855-4C2B36AB9B20}"/>
              </a:ext>
            </a:extLst>
          </p:cNvPr>
          <p:cNvSpPr>
            <a:spLocks noGrp="1"/>
          </p:cNvSpPr>
          <p:nvPr>
            <p:ph type="body" sz="quarter" idx="30" hasCustomPrompt="1"/>
          </p:nvPr>
        </p:nvSpPr>
        <p:spPr>
          <a:xfrm>
            <a:off x="6467270" y="2937429"/>
            <a:ext cx="2076259" cy="307298"/>
          </a:xfrm>
        </p:spPr>
        <p:txBody>
          <a:bodyPr lIns="0" tIns="0" rIns="72000" bIns="72000" anchor="t" anchorCtr="0">
            <a:noAutofit/>
          </a:bodyPr>
          <a:lstStyle>
            <a:lvl1pPr marL="0" algn="l" defTabSz="914400" rtl="0" eaLnBrk="1" latinLnBrk="0" hangingPunct="1">
              <a:lnSpc>
                <a:spcPct val="70000"/>
              </a:lnSpc>
              <a:spcAft>
                <a:spcPts val="0"/>
              </a:spcAft>
              <a:defRPr lang="en-US" sz="2800" kern="1200" dirty="0" smtClean="0">
                <a:solidFill>
                  <a:schemeClr val="accent1"/>
                </a:solidFill>
                <a:latin typeface="+mj-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title</a:t>
            </a:r>
          </a:p>
        </p:txBody>
      </p:sp>
      <p:sp>
        <p:nvSpPr>
          <p:cNvPr id="18" name="Text Placeholder 7">
            <a:extLst>
              <a:ext uri="{FF2B5EF4-FFF2-40B4-BE49-F238E27FC236}">
                <a16:creationId xmlns:a16="http://schemas.microsoft.com/office/drawing/2014/main" id="{D80561AC-041C-CCFF-6023-851667754FA2}"/>
              </a:ext>
            </a:extLst>
          </p:cNvPr>
          <p:cNvSpPr>
            <a:spLocks noGrp="1"/>
          </p:cNvSpPr>
          <p:nvPr>
            <p:ph type="body" sz="quarter" idx="31" hasCustomPrompt="1"/>
          </p:nvPr>
        </p:nvSpPr>
        <p:spPr>
          <a:xfrm>
            <a:off x="9320551" y="2937429"/>
            <a:ext cx="2076259" cy="307298"/>
          </a:xfrm>
        </p:spPr>
        <p:txBody>
          <a:bodyPr lIns="0" tIns="0" rIns="72000" bIns="72000" anchor="t" anchorCtr="0">
            <a:noAutofit/>
          </a:bodyPr>
          <a:lstStyle>
            <a:lvl1pPr marL="0" algn="l" defTabSz="914400" rtl="0" eaLnBrk="1" latinLnBrk="0" hangingPunct="1">
              <a:lnSpc>
                <a:spcPct val="70000"/>
              </a:lnSpc>
              <a:spcAft>
                <a:spcPts val="0"/>
              </a:spcAft>
              <a:defRPr lang="en-US" sz="2800" kern="1200" dirty="0" smtClean="0">
                <a:solidFill>
                  <a:schemeClr val="accent1"/>
                </a:solidFill>
                <a:latin typeface="+mj-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title</a:t>
            </a:r>
          </a:p>
        </p:txBody>
      </p:sp>
      <p:cxnSp>
        <p:nvCxnSpPr>
          <p:cNvPr id="19" name="Straight Connector 18">
            <a:extLst>
              <a:ext uri="{FF2B5EF4-FFF2-40B4-BE49-F238E27FC236}">
                <a16:creationId xmlns:a16="http://schemas.microsoft.com/office/drawing/2014/main" id="{2169805C-682B-777E-5425-6C20393733D4}"/>
              </a:ext>
            </a:extLst>
          </p:cNvPr>
          <p:cNvCxnSpPr>
            <a:cxnSpLocks/>
          </p:cNvCxnSpPr>
          <p:nvPr userDrawn="1"/>
        </p:nvCxnSpPr>
        <p:spPr>
          <a:xfrm>
            <a:off x="759765" y="3410146"/>
            <a:ext cx="2077200" cy="0"/>
          </a:xfrm>
          <a:prstGeom prst="line">
            <a:avLst/>
          </a:prstGeom>
          <a:ln w="19050">
            <a:gradFill>
              <a:gsLst>
                <a:gs pos="0">
                  <a:schemeClr val="accent1"/>
                </a:gs>
                <a:gs pos="100000">
                  <a:schemeClr val="accent5"/>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251F6FF-2292-462C-3E5A-95E9D17A546F}"/>
              </a:ext>
            </a:extLst>
          </p:cNvPr>
          <p:cNvCxnSpPr>
            <a:cxnSpLocks/>
          </p:cNvCxnSpPr>
          <p:nvPr userDrawn="1"/>
        </p:nvCxnSpPr>
        <p:spPr>
          <a:xfrm>
            <a:off x="3613047" y="3410146"/>
            <a:ext cx="2077200" cy="0"/>
          </a:xfrm>
          <a:prstGeom prst="line">
            <a:avLst/>
          </a:prstGeom>
          <a:ln w="19050">
            <a:gradFill>
              <a:gsLst>
                <a:gs pos="0">
                  <a:schemeClr val="accent1"/>
                </a:gs>
                <a:gs pos="100000">
                  <a:schemeClr val="accent5"/>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D9A9BA5-6F86-8C4C-4365-3C653F5C1250}"/>
              </a:ext>
            </a:extLst>
          </p:cNvPr>
          <p:cNvCxnSpPr>
            <a:cxnSpLocks/>
          </p:cNvCxnSpPr>
          <p:nvPr userDrawn="1"/>
        </p:nvCxnSpPr>
        <p:spPr>
          <a:xfrm>
            <a:off x="6466329" y="3410146"/>
            <a:ext cx="2077200" cy="0"/>
          </a:xfrm>
          <a:prstGeom prst="line">
            <a:avLst/>
          </a:prstGeom>
          <a:ln w="19050">
            <a:gradFill>
              <a:gsLst>
                <a:gs pos="0">
                  <a:schemeClr val="accent1"/>
                </a:gs>
                <a:gs pos="100000">
                  <a:schemeClr val="accent5"/>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9BECCF0-33EA-70AB-C53A-A71D166753C3}"/>
              </a:ext>
            </a:extLst>
          </p:cNvPr>
          <p:cNvCxnSpPr>
            <a:cxnSpLocks/>
          </p:cNvCxnSpPr>
          <p:nvPr userDrawn="1"/>
        </p:nvCxnSpPr>
        <p:spPr>
          <a:xfrm>
            <a:off x="9319610" y="3410146"/>
            <a:ext cx="2077200" cy="0"/>
          </a:xfrm>
          <a:prstGeom prst="line">
            <a:avLst/>
          </a:prstGeom>
          <a:ln w="19050">
            <a:gradFill>
              <a:gsLst>
                <a:gs pos="0">
                  <a:schemeClr val="accent1"/>
                </a:gs>
                <a:gs pos="100000">
                  <a:schemeClr val="accent5"/>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Text Placeholder 2">
            <a:extLst>
              <a:ext uri="{FF2B5EF4-FFF2-40B4-BE49-F238E27FC236}">
                <a16:creationId xmlns:a16="http://schemas.microsoft.com/office/drawing/2014/main" id="{16995774-3908-1F4B-ADB5-E634599C8294}"/>
              </a:ext>
            </a:extLst>
          </p:cNvPr>
          <p:cNvSpPr>
            <a:spLocks noGrp="1"/>
          </p:cNvSpPr>
          <p:nvPr>
            <p:ph idx="1"/>
          </p:nvPr>
        </p:nvSpPr>
        <p:spPr>
          <a:xfrm>
            <a:off x="759764" y="3537146"/>
            <a:ext cx="2077201" cy="2401738"/>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4" name="Text Placeholder 2">
            <a:extLst>
              <a:ext uri="{FF2B5EF4-FFF2-40B4-BE49-F238E27FC236}">
                <a16:creationId xmlns:a16="http://schemas.microsoft.com/office/drawing/2014/main" id="{286D5776-79ED-67D6-40FC-BE12EA04AC59}"/>
              </a:ext>
            </a:extLst>
          </p:cNvPr>
          <p:cNvSpPr>
            <a:spLocks noGrp="1"/>
          </p:cNvSpPr>
          <p:nvPr>
            <p:ph idx="33"/>
          </p:nvPr>
        </p:nvSpPr>
        <p:spPr>
          <a:xfrm>
            <a:off x="3613046" y="3537146"/>
            <a:ext cx="2077201" cy="2401736"/>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5" name="Text Placeholder 2">
            <a:extLst>
              <a:ext uri="{FF2B5EF4-FFF2-40B4-BE49-F238E27FC236}">
                <a16:creationId xmlns:a16="http://schemas.microsoft.com/office/drawing/2014/main" id="{D28AD038-B4AA-0C23-EED1-0A85CE2ADE7C}"/>
              </a:ext>
            </a:extLst>
          </p:cNvPr>
          <p:cNvSpPr>
            <a:spLocks noGrp="1"/>
          </p:cNvSpPr>
          <p:nvPr>
            <p:ph idx="34"/>
          </p:nvPr>
        </p:nvSpPr>
        <p:spPr>
          <a:xfrm>
            <a:off x="6466328" y="3537146"/>
            <a:ext cx="2077201" cy="2401736"/>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6" name="Text Placeholder 2">
            <a:extLst>
              <a:ext uri="{FF2B5EF4-FFF2-40B4-BE49-F238E27FC236}">
                <a16:creationId xmlns:a16="http://schemas.microsoft.com/office/drawing/2014/main" id="{EB0E9613-2EA6-04A4-0F2C-39B34CF61A66}"/>
              </a:ext>
            </a:extLst>
          </p:cNvPr>
          <p:cNvSpPr>
            <a:spLocks noGrp="1"/>
          </p:cNvSpPr>
          <p:nvPr>
            <p:ph idx="35"/>
          </p:nvPr>
        </p:nvSpPr>
        <p:spPr>
          <a:xfrm>
            <a:off x="9319609" y="3537146"/>
            <a:ext cx="2077201" cy="2401736"/>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10213461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_Process 6 Colum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580C36-1E70-46DD-9783-AFD66B7DEC90}"/>
              </a:ext>
              <a:ext uri="{C183D7F6-B498-43B3-948B-1728B52AA6E4}">
                <adec:decorative xmlns:adec="http://schemas.microsoft.com/office/drawing/2017/decorative" val="1"/>
              </a:ext>
            </a:extLst>
          </p:cNvPr>
          <p:cNvSpPr/>
          <p:nvPr userDrawn="1"/>
        </p:nvSpPr>
        <p:spPr>
          <a:xfrm>
            <a:off x="0" y="0"/>
            <a:ext cx="12192000" cy="2686050"/>
          </a:xfrm>
          <a:prstGeom prst="rect">
            <a:avLst/>
          </a:prstGeom>
          <a:gradFill>
            <a:gsLst>
              <a:gs pos="0">
                <a:srgbClr val="00338D"/>
              </a:gs>
              <a:gs pos="100000">
                <a:srgbClr val="1E49E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a:xfrm>
            <a:off x="558259" y="431800"/>
            <a:ext cx="11082879" cy="533400"/>
          </a:xfrm>
        </p:spPr>
        <p:txBody>
          <a:bodyPr/>
          <a:lstStyle>
            <a:lvl1pPr>
              <a:defRPr>
                <a:solidFill>
                  <a:schemeClr val="bg1"/>
                </a:solidFill>
              </a:defRPr>
            </a:lvl1pPr>
          </a:lstStyle>
          <a:p>
            <a:r>
              <a:rPr lang="en-US"/>
              <a:t>Click to edit Master title style</a:t>
            </a:r>
            <a:endParaRPr lang="en-GB" dirty="0"/>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558259" y="1330325"/>
            <a:ext cx="11082878" cy="569387"/>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
        <p:nvSpPr>
          <p:cNvPr id="4" name="Rectangle: Top Corners Rounded 3">
            <a:extLst>
              <a:ext uri="{FF2B5EF4-FFF2-40B4-BE49-F238E27FC236}">
                <a16:creationId xmlns:a16="http://schemas.microsoft.com/office/drawing/2014/main" id="{E597692D-84EC-2F8F-AF63-F87CD6279E7F}"/>
              </a:ext>
            </a:extLst>
          </p:cNvPr>
          <p:cNvSpPr/>
          <p:nvPr userDrawn="1"/>
        </p:nvSpPr>
        <p:spPr>
          <a:xfrm>
            <a:off x="550863" y="2101300"/>
            <a:ext cx="2195689" cy="1638301"/>
          </a:xfrm>
          <a:prstGeom prst="round2SameRect">
            <a:avLst>
              <a:gd name="adj1" fmla="val 3295"/>
              <a:gd name="adj2" fmla="val 0"/>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5" name="Rectangle: Top Corners Rounded 4">
            <a:extLst>
              <a:ext uri="{FF2B5EF4-FFF2-40B4-BE49-F238E27FC236}">
                <a16:creationId xmlns:a16="http://schemas.microsoft.com/office/drawing/2014/main" id="{2692B10F-58DD-82A2-57EB-06A67A445988}"/>
              </a:ext>
            </a:extLst>
          </p:cNvPr>
          <p:cNvSpPr/>
          <p:nvPr userDrawn="1"/>
        </p:nvSpPr>
        <p:spPr>
          <a:xfrm>
            <a:off x="2774429" y="2101300"/>
            <a:ext cx="2195689" cy="1638301"/>
          </a:xfrm>
          <a:prstGeom prst="round2SameRect">
            <a:avLst>
              <a:gd name="adj1" fmla="val 3295"/>
              <a:gd name="adj2" fmla="val 0"/>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6" name="Rectangle: Top Corners Rounded 5">
            <a:extLst>
              <a:ext uri="{FF2B5EF4-FFF2-40B4-BE49-F238E27FC236}">
                <a16:creationId xmlns:a16="http://schemas.microsoft.com/office/drawing/2014/main" id="{1A15F244-C89C-716C-95F7-343851BBCDEA}"/>
              </a:ext>
            </a:extLst>
          </p:cNvPr>
          <p:cNvSpPr/>
          <p:nvPr userDrawn="1"/>
        </p:nvSpPr>
        <p:spPr>
          <a:xfrm>
            <a:off x="4997995" y="2101300"/>
            <a:ext cx="2195689" cy="1638301"/>
          </a:xfrm>
          <a:prstGeom prst="round2SameRect">
            <a:avLst>
              <a:gd name="adj1" fmla="val 3295"/>
              <a:gd name="adj2" fmla="val 0"/>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9" name="Rectangle: Top Corners Rounded 8">
            <a:extLst>
              <a:ext uri="{FF2B5EF4-FFF2-40B4-BE49-F238E27FC236}">
                <a16:creationId xmlns:a16="http://schemas.microsoft.com/office/drawing/2014/main" id="{7E1E4E72-60E1-B0E1-3CBD-DE84B78B3FFC}"/>
              </a:ext>
            </a:extLst>
          </p:cNvPr>
          <p:cNvSpPr/>
          <p:nvPr userDrawn="1"/>
        </p:nvSpPr>
        <p:spPr>
          <a:xfrm>
            <a:off x="7221561" y="2101300"/>
            <a:ext cx="2195689" cy="1638301"/>
          </a:xfrm>
          <a:prstGeom prst="round2SameRect">
            <a:avLst>
              <a:gd name="adj1" fmla="val 3295"/>
              <a:gd name="adj2" fmla="val 0"/>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12" name="Rectangle: Top Corners Rounded 11">
            <a:extLst>
              <a:ext uri="{FF2B5EF4-FFF2-40B4-BE49-F238E27FC236}">
                <a16:creationId xmlns:a16="http://schemas.microsoft.com/office/drawing/2014/main" id="{A8B66FAF-B59B-C8FE-D02D-81030801D853}"/>
              </a:ext>
            </a:extLst>
          </p:cNvPr>
          <p:cNvSpPr/>
          <p:nvPr userDrawn="1"/>
        </p:nvSpPr>
        <p:spPr>
          <a:xfrm>
            <a:off x="9445128" y="2101300"/>
            <a:ext cx="2195689" cy="1638301"/>
          </a:xfrm>
          <a:prstGeom prst="round2SameRect">
            <a:avLst>
              <a:gd name="adj1" fmla="val 3295"/>
              <a:gd name="adj2" fmla="val 0"/>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cxnSp>
        <p:nvCxnSpPr>
          <p:cNvPr id="14" name="Straight Connector 13">
            <a:extLst>
              <a:ext uri="{FF2B5EF4-FFF2-40B4-BE49-F238E27FC236}">
                <a16:creationId xmlns:a16="http://schemas.microsoft.com/office/drawing/2014/main" id="{4F313179-1EA4-2149-4FD2-2FBD71F76684}"/>
              </a:ext>
            </a:extLst>
          </p:cNvPr>
          <p:cNvCxnSpPr>
            <a:cxnSpLocks/>
          </p:cNvCxnSpPr>
          <p:nvPr userDrawn="1"/>
        </p:nvCxnSpPr>
        <p:spPr>
          <a:xfrm>
            <a:off x="759001" y="3606251"/>
            <a:ext cx="177941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DB02CFE-2808-F2C0-B770-CEAEE4E18BC2}"/>
              </a:ext>
            </a:extLst>
          </p:cNvPr>
          <p:cNvCxnSpPr>
            <a:cxnSpLocks/>
          </p:cNvCxnSpPr>
          <p:nvPr userDrawn="1"/>
        </p:nvCxnSpPr>
        <p:spPr>
          <a:xfrm>
            <a:off x="2982567" y="3606251"/>
            <a:ext cx="177941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5905068-FA3C-AB4C-7725-87FC8C9D43DB}"/>
              </a:ext>
            </a:extLst>
          </p:cNvPr>
          <p:cNvCxnSpPr>
            <a:cxnSpLocks/>
          </p:cNvCxnSpPr>
          <p:nvPr userDrawn="1"/>
        </p:nvCxnSpPr>
        <p:spPr>
          <a:xfrm>
            <a:off x="5206133" y="3606251"/>
            <a:ext cx="177941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CEB90DA-73B9-ECB1-BF04-C77124453E71}"/>
              </a:ext>
            </a:extLst>
          </p:cNvPr>
          <p:cNvCxnSpPr>
            <a:cxnSpLocks/>
          </p:cNvCxnSpPr>
          <p:nvPr userDrawn="1"/>
        </p:nvCxnSpPr>
        <p:spPr>
          <a:xfrm>
            <a:off x="7429699" y="3606251"/>
            <a:ext cx="177941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94D12FE-607F-9674-CF1A-F7CB8929AFA4}"/>
              </a:ext>
            </a:extLst>
          </p:cNvPr>
          <p:cNvCxnSpPr>
            <a:cxnSpLocks/>
          </p:cNvCxnSpPr>
          <p:nvPr userDrawn="1"/>
        </p:nvCxnSpPr>
        <p:spPr>
          <a:xfrm>
            <a:off x="9653266" y="3606251"/>
            <a:ext cx="177941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Text Placeholder 26">
            <a:extLst>
              <a:ext uri="{FF2B5EF4-FFF2-40B4-BE49-F238E27FC236}">
                <a16:creationId xmlns:a16="http://schemas.microsoft.com/office/drawing/2014/main" id="{32C85916-5F0C-CCB4-0D76-11D8F1A84675}"/>
              </a:ext>
            </a:extLst>
          </p:cNvPr>
          <p:cNvSpPr>
            <a:spLocks noGrp="1"/>
          </p:cNvSpPr>
          <p:nvPr>
            <p:ph type="body" sz="quarter" idx="11"/>
          </p:nvPr>
        </p:nvSpPr>
        <p:spPr>
          <a:xfrm>
            <a:off x="758999" y="3952326"/>
            <a:ext cx="1779416" cy="20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2" name="Text Placeholder 26">
            <a:extLst>
              <a:ext uri="{FF2B5EF4-FFF2-40B4-BE49-F238E27FC236}">
                <a16:creationId xmlns:a16="http://schemas.microsoft.com/office/drawing/2014/main" id="{036FDD8B-E100-8906-95EA-FBBD69C37B5B}"/>
              </a:ext>
            </a:extLst>
          </p:cNvPr>
          <p:cNvSpPr>
            <a:spLocks noGrp="1"/>
          </p:cNvSpPr>
          <p:nvPr>
            <p:ph type="body" sz="quarter" idx="12"/>
          </p:nvPr>
        </p:nvSpPr>
        <p:spPr>
          <a:xfrm>
            <a:off x="2982567" y="3952326"/>
            <a:ext cx="1779416" cy="20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3" name="Text Placeholder 26">
            <a:extLst>
              <a:ext uri="{FF2B5EF4-FFF2-40B4-BE49-F238E27FC236}">
                <a16:creationId xmlns:a16="http://schemas.microsoft.com/office/drawing/2014/main" id="{5649CD54-B419-5A61-5191-4B20BD0B046A}"/>
              </a:ext>
            </a:extLst>
          </p:cNvPr>
          <p:cNvSpPr>
            <a:spLocks noGrp="1"/>
          </p:cNvSpPr>
          <p:nvPr>
            <p:ph type="body" sz="quarter" idx="13"/>
          </p:nvPr>
        </p:nvSpPr>
        <p:spPr>
          <a:xfrm>
            <a:off x="5206133" y="3952326"/>
            <a:ext cx="1779416" cy="20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4" name="Text Placeholder 26">
            <a:extLst>
              <a:ext uri="{FF2B5EF4-FFF2-40B4-BE49-F238E27FC236}">
                <a16:creationId xmlns:a16="http://schemas.microsoft.com/office/drawing/2014/main" id="{5DC69852-9DEF-D8CA-CA9D-FB2A1BD7049E}"/>
              </a:ext>
            </a:extLst>
          </p:cNvPr>
          <p:cNvSpPr>
            <a:spLocks noGrp="1"/>
          </p:cNvSpPr>
          <p:nvPr>
            <p:ph type="body" sz="quarter" idx="14"/>
          </p:nvPr>
        </p:nvSpPr>
        <p:spPr>
          <a:xfrm>
            <a:off x="7429699" y="3952326"/>
            <a:ext cx="1779416" cy="20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5" name="Text Placeholder 26">
            <a:extLst>
              <a:ext uri="{FF2B5EF4-FFF2-40B4-BE49-F238E27FC236}">
                <a16:creationId xmlns:a16="http://schemas.microsoft.com/office/drawing/2014/main" id="{D4388FB0-4FCA-2C4A-C6A1-0D7F6F535095}"/>
              </a:ext>
            </a:extLst>
          </p:cNvPr>
          <p:cNvSpPr>
            <a:spLocks noGrp="1"/>
          </p:cNvSpPr>
          <p:nvPr>
            <p:ph type="body" sz="quarter" idx="15"/>
          </p:nvPr>
        </p:nvSpPr>
        <p:spPr>
          <a:xfrm>
            <a:off x="9653266" y="3952326"/>
            <a:ext cx="1779416" cy="20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6" name="Text Placeholder 26">
            <a:extLst>
              <a:ext uri="{FF2B5EF4-FFF2-40B4-BE49-F238E27FC236}">
                <a16:creationId xmlns:a16="http://schemas.microsoft.com/office/drawing/2014/main" id="{204418DB-C496-AEFD-704B-E597D9AA772B}"/>
              </a:ext>
            </a:extLst>
          </p:cNvPr>
          <p:cNvSpPr>
            <a:spLocks noGrp="1"/>
          </p:cNvSpPr>
          <p:nvPr>
            <p:ph type="body" sz="quarter" idx="16"/>
          </p:nvPr>
        </p:nvSpPr>
        <p:spPr>
          <a:xfrm>
            <a:off x="758999" y="2958551"/>
            <a:ext cx="1779416" cy="514350"/>
          </a:xfrm>
        </p:spPr>
        <p:txBody>
          <a:bodyPr/>
          <a:lstStyle>
            <a:lvl1pPr>
              <a:lnSpc>
                <a:spcPct val="70000"/>
              </a:lnSpc>
              <a:defRPr sz="2400" b="0">
                <a:solidFill>
                  <a:schemeClr val="bg1"/>
                </a:solidFill>
                <a:latin typeface="+mj-lt"/>
              </a:defRPr>
            </a:lvl1pPr>
            <a:lvl2pPr>
              <a:defRPr b="0">
                <a:solidFill>
                  <a:schemeClr val="bg1"/>
                </a:solidFill>
              </a:defRPr>
            </a:lvl2pPr>
            <a:lvl3pPr>
              <a:defRPr b="0">
                <a:solidFill>
                  <a:schemeClr val="bg1"/>
                </a:solidFill>
              </a:defRPr>
            </a:lvl3pPr>
            <a:lvl4pPr>
              <a:defRPr b="0">
                <a:solidFill>
                  <a:schemeClr val="bg1"/>
                </a:solidFill>
              </a:defRPr>
            </a:lvl4pPr>
            <a:lvl5pPr>
              <a:defRPr b="0">
                <a:solidFill>
                  <a:schemeClr val="bg1"/>
                </a:solidFill>
              </a:defRPr>
            </a:lvl5pPr>
          </a:lstStyle>
          <a:p>
            <a:pPr lvl="0"/>
            <a:r>
              <a:rPr lang="en-US" dirty="0"/>
              <a:t>Click to edit Master text styles</a:t>
            </a:r>
            <a:endParaRPr lang="en-GB" dirty="0"/>
          </a:p>
        </p:txBody>
      </p:sp>
      <p:sp>
        <p:nvSpPr>
          <p:cNvPr id="37" name="Text Placeholder 26">
            <a:extLst>
              <a:ext uri="{FF2B5EF4-FFF2-40B4-BE49-F238E27FC236}">
                <a16:creationId xmlns:a16="http://schemas.microsoft.com/office/drawing/2014/main" id="{B5853900-E904-A9F3-8A81-354D1BDF8D45}"/>
              </a:ext>
            </a:extLst>
          </p:cNvPr>
          <p:cNvSpPr>
            <a:spLocks noGrp="1"/>
          </p:cNvSpPr>
          <p:nvPr>
            <p:ph type="body" sz="quarter" idx="17"/>
          </p:nvPr>
        </p:nvSpPr>
        <p:spPr>
          <a:xfrm>
            <a:off x="2982567" y="2958551"/>
            <a:ext cx="1779416" cy="514350"/>
          </a:xfrm>
        </p:spPr>
        <p:txBody>
          <a:bodyPr/>
          <a:lstStyle>
            <a:lvl1pPr>
              <a:lnSpc>
                <a:spcPct val="70000"/>
              </a:lnSpc>
              <a:defRPr sz="2400" b="0">
                <a:solidFill>
                  <a:schemeClr val="bg1"/>
                </a:solidFill>
                <a:latin typeface="+mj-lt"/>
              </a:defRPr>
            </a:lvl1pPr>
            <a:lvl2pPr>
              <a:defRPr b="0">
                <a:solidFill>
                  <a:schemeClr val="bg1"/>
                </a:solidFill>
              </a:defRPr>
            </a:lvl2pPr>
            <a:lvl3pPr>
              <a:defRPr b="0">
                <a:solidFill>
                  <a:schemeClr val="bg1"/>
                </a:solidFill>
              </a:defRPr>
            </a:lvl3pPr>
            <a:lvl4pPr>
              <a:defRPr b="0">
                <a:solidFill>
                  <a:schemeClr val="bg1"/>
                </a:solidFill>
              </a:defRPr>
            </a:lvl4pPr>
            <a:lvl5pPr>
              <a:defRPr b="0">
                <a:solidFill>
                  <a:schemeClr val="bg1"/>
                </a:solidFill>
              </a:defRPr>
            </a:lvl5pPr>
          </a:lstStyle>
          <a:p>
            <a:pPr lvl="0"/>
            <a:r>
              <a:rPr lang="en-US" dirty="0"/>
              <a:t>Click to edit Master text styles</a:t>
            </a:r>
            <a:endParaRPr lang="en-GB" dirty="0"/>
          </a:p>
        </p:txBody>
      </p:sp>
      <p:sp>
        <p:nvSpPr>
          <p:cNvPr id="38" name="Text Placeholder 26">
            <a:extLst>
              <a:ext uri="{FF2B5EF4-FFF2-40B4-BE49-F238E27FC236}">
                <a16:creationId xmlns:a16="http://schemas.microsoft.com/office/drawing/2014/main" id="{265036D2-A216-5807-8D61-BC6777C1D883}"/>
              </a:ext>
            </a:extLst>
          </p:cNvPr>
          <p:cNvSpPr>
            <a:spLocks noGrp="1"/>
          </p:cNvSpPr>
          <p:nvPr>
            <p:ph type="body" sz="quarter" idx="18"/>
          </p:nvPr>
        </p:nvSpPr>
        <p:spPr>
          <a:xfrm>
            <a:off x="5206133" y="2958551"/>
            <a:ext cx="1779416" cy="514350"/>
          </a:xfrm>
        </p:spPr>
        <p:txBody>
          <a:bodyPr/>
          <a:lstStyle>
            <a:lvl1pPr>
              <a:lnSpc>
                <a:spcPct val="70000"/>
              </a:lnSpc>
              <a:defRPr sz="2400" b="0">
                <a:solidFill>
                  <a:schemeClr val="bg1"/>
                </a:solidFill>
                <a:latin typeface="+mj-lt"/>
              </a:defRPr>
            </a:lvl1pPr>
            <a:lvl2pPr>
              <a:defRPr b="0">
                <a:solidFill>
                  <a:schemeClr val="bg1"/>
                </a:solidFill>
              </a:defRPr>
            </a:lvl2pPr>
            <a:lvl3pPr>
              <a:defRPr b="0">
                <a:solidFill>
                  <a:schemeClr val="bg1"/>
                </a:solidFill>
              </a:defRPr>
            </a:lvl3pPr>
            <a:lvl4pPr>
              <a:defRPr b="0">
                <a:solidFill>
                  <a:schemeClr val="bg1"/>
                </a:solidFill>
              </a:defRPr>
            </a:lvl4pPr>
            <a:lvl5pPr>
              <a:defRPr b="0">
                <a:solidFill>
                  <a:schemeClr val="bg1"/>
                </a:solidFill>
              </a:defRPr>
            </a:lvl5pPr>
          </a:lstStyle>
          <a:p>
            <a:pPr lvl="0"/>
            <a:r>
              <a:rPr lang="en-US" dirty="0"/>
              <a:t>Click to edit Master text styles</a:t>
            </a:r>
            <a:endParaRPr lang="en-GB" dirty="0"/>
          </a:p>
        </p:txBody>
      </p:sp>
      <p:sp>
        <p:nvSpPr>
          <p:cNvPr id="39" name="Text Placeholder 26">
            <a:extLst>
              <a:ext uri="{FF2B5EF4-FFF2-40B4-BE49-F238E27FC236}">
                <a16:creationId xmlns:a16="http://schemas.microsoft.com/office/drawing/2014/main" id="{2E98F1EF-AECD-8962-471B-81C367C5AEB4}"/>
              </a:ext>
            </a:extLst>
          </p:cNvPr>
          <p:cNvSpPr>
            <a:spLocks noGrp="1"/>
          </p:cNvSpPr>
          <p:nvPr>
            <p:ph type="body" sz="quarter" idx="19"/>
          </p:nvPr>
        </p:nvSpPr>
        <p:spPr>
          <a:xfrm>
            <a:off x="7429699" y="2958551"/>
            <a:ext cx="1779416" cy="514350"/>
          </a:xfrm>
        </p:spPr>
        <p:txBody>
          <a:bodyPr/>
          <a:lstStyle>
            <a:lvl1pPr>
              <a:lnSpc>
                <a:spcPct val="70000"/>
              </a:lnSpc>
              <a:defRPr sz="2400" b="0">
                <a:solidFill>
                  <a:schemeClr val="bg1"/>
                </a:solidFill>
                <a:latin typeface="+mj-lt"/>
              </a:defRPr>
            </a:lvl1pPr>
            <a:lvl2pPr>
              <a:defRPr b="0">
                <a:solidFill>
                  <a:schemeClr val="bg1"/>
                </a:solidFill>
              </a:defRPr>
            </a:lvl2pPr>
            <a:lvl3pPr>
              <a:defRPr b="0">
                <a:solidFill>
                  <a:schemeClr val="bg1"/>
                </a:solidFill>
              </a:defRPr>
            </a:lvl3pPr>
            <a:lvl4pPr>
              <a:defRPr b="0">
                <a:solidFill>
                  <a:schemeClr val="bg1"/>
                </a:solidFill>
              </a:defRPr>
            </a:lvl4pPr>
            <a:lvl5pPr>
              <a:defRPr b="0">
                <a:solidFill>
                  <a:schemeClr val="bg1"/>
                </a:solidFill>
              </a:defRPr>
            </a:lvl5pPr>
          </a:lstStyle>
          <a:p>
            <a:pPr lvl="0"/>
            <a:r>
              <a:rPr lang="en-US" dirty="0"/>
              <a:t>Click to edit Master text styles</a:t>
            </a:r>
            <a:endParaRPr lang="en-GB" dirty="0"/>
          </a:p>
        </p:txBody>
      </p:sp>
      <p:sp>
        <p:nvSpPr>
          <p:cNvPr id="40" name="Text Placeholder 26">
            <a:extLst>
              <a:ext uri="{FF2B5EF4-FFF2-40B4-BE49-F238E27FC236}">
                <a16:creationId xmlns:a16="http://schemas.microsoft.com/office/drawing/2014/main" id="{8454454D-2A6A-AD25-C62E-1D93F9D7F14B}"/>
              </a:ext>
            </a:extLst>
          </p:cNvPr>
          <p:cNvSpPr>
            <a:spLocks noGrp="1"/>
          </p:cNvSpPr>
          <p:nvPr>
            <p:ph type="body" sz="quarter" idx="20"/>
          </p:nvPr>
        </p:nvSpPr>
        <p:spPr>
          <a:xfrm>
            <a:off x="9653266" y="2958551"/>
            <a:ext cx="1779416" cy="514350"/>
          </a:xfrm>
        </p:spPr>
        <p:txBody>
          <a:bodyPr/>
          <a:lstStyle>
            <a:lvl1pPr>
              <a:lnSpc>
                <a:spcPct val="70000"/>
              </a:lnSpc>
              <a:defRPr sz="2400" b="0">
                <a:solidFill>
                  <a:schemeClr val="bg1"/>
                </a:solidFill>
                <a:latin typeface="+mj-lt"/>
              </a:defRPr>
            </a:lvl1pPr>
            <a:lvl2pPr>
              <a:defRPr b="0">
                <a:solidFill>
                  <a:schemeClr val="bg1"/>
                </a:solidFill>
              </a:defRPr>
            </a:lvl2pPr>
            <a:lvl3pPr>
              <a:defRPr b="0">
                <a:solidFill>
                  <a:schemeClr val="bg1"/>
                </a:solidFill>
              </a:defRPr>
            </a:lvl3pPr>
            <a:lvl4pPr>
              <a:defRPr b="0">
                <a:solidFill>
                  <a:schemeClr val="bg1"/>
                </a:solidFill>
              </a:defRPr>
            </a:lvl4pPr>
            <a:lvl5pPr>
              <a:defRPr b="0">
                <a:solidFill>
                  <a:schemeClr val="bg1"/>
                </a:solidFill>
              </a:defRPr>
            </a:lvl5pPr>
          </a:lstStyle>
          <a:p>
            <a:pPr lvl="0"/>
            <a:r>
              <a:rPr lang="en-US" dirty="0"/>
              <a:t>Click to edit Master text styles</a:t>
            </a:r>
            <a:endParaRPr lang="en-GB" dirty="0"/>
          </a:p>
        </p:txBody>
      </p:sp>
      <p:cxnSp>
        <p:nvCxnSpPr>
          <p:cNvPr id="41" name="Straight Connector 40">
            <a:extLst>
              <a:ext uri="{FF2B5EF4-FFF2-40B4-BE49-F238E27FC236}">
                <a16:creationId xmlns:a16="http://schemas.microsoft.com/office/drawing/2014/main" id="{6EA000E8-4BB8-BBE2-00B5-6885EFD29022}"/>
              </a:ext>
            </a:extLst>
          </p:cNvPr>
          <p:cNvCxnSpPr>
            <a:cxnSpLocks/>
          </p:cNvCxnSpPr>
          <p:nvPr userDrawn="1"/>
        </p:nvCxnSpPr>
        <p:spPr>
          <a:xfrm>
            <a:off x="2760491" y="3836531"/>
            <a:ext cx="0" cy="2398620"/>
          </a:xfrm>
          <a:prstGeom prst="line">
            <a:avLst/>
          </a:prstGeom>
          <a:ln w="19050">
            <a:solidFill>
              <a:srgbClr val="00338D"/>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AAD1F30-5969-3482-FAC2-6EC584E2E9EC}"/>
              </a:ext>
            </a:extLst>
          </p:cNvPr>
          <p:cNvCxnSpPr>
            <a:cxnSpLocks/>
          </p:cNvCxnSpPr>
          <p:nvPr userDrawn="1"/>
        </p:nvCxnSpPr>
        <p:spPr>
          <a:xfrm>
            <a:off x="4984057" y="3836531"/>
            <a:ext cx="0" cy="2398620"/>
          </a:xfrm>
          <a:prstGeom prst="line">
            <a:avLst/>
          </a:prstGeom>
          <a:ln w="19050">
            <a:solidFill>
              <a:srgbClr val="00338D"/>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438AC60-337C-2648-BFD3-726DE666E5F3}"/>
              </a:ext>
            </a:extLst>
          </p:cNvPr>
          <p:cNvCxnSpPr>
            <a:cxnSpLocks/>
          </p:cNvCxnSpPr>
          <p:nvPr userDrawn="1"/>
        </p:nvCxnSpPr>
        <p:spPr>
          <a:xfrm>
            <a:off x="7207623" y="3836531"/>
            <a:ext cx="0" cy="2398620"/>
          </a:xfrm>
          <a:prstGeom prst="line">
            <a:avLst/>
          </a:prstGeom>
          <a:ln w="19050">
            <a:solidFill>
              <a:srgbClr val="00338D"/>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76CDEB2-E88A-49A9-EADB-B4A12AFBFE9F}"/>
              </a:ext>
            </a:extLst>
          </p:cNvPr>
          <p:cNvCxnSpPr>
            <a:cxnSpLocks/>
          </p:cNvCxnSpPr>
          <p:nvPr userDrawn="1"/>
        </p:nvCxnSpPr>
        <p:spPr>
          <a:xfrm>
            <a:off x="9431189" y="3836531"/>
            <a:ext cx="0" cy="2398620"/>
          </a:xfrm>
          <a:prstGeom prst="line">
            <a:avLst/>
          </a:prstGeom>
          <a:ln w="19050">
            <a:solidFill>
              <a:srgbClr val="00338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526156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24C7AB72-1676-13B9-8F6F-98054D01FE25}"/>
              </a:ext>
            </a:extLst>
          </p:cNvPr>
          <p:cNvSpPr/>
          <p:nvPr userDrawn="1"/>
        </p:nvSpPr>
        <p:spPr>
          <a:xfrm>
            <a:off x="550863" y="1743074"/>
            <a:ext cx="2195689" cy="1638301"/>
          </a:xfrm>
          <a:prstGeom prst="round2SameRect">
            <a:avLst>
              <a:gd name="adj1" fmla="val 3295"/>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2" name="Title 1">
            <a:extLst>
              <a:ext uri="{FF2B5EF4-FFF2-40B4-BE49-F238E27FC236}">
                <a16:creationId xmlns:a16="http://schemas.microsoft.com/office/drawing/2014/main" id="{31F7B3E1-44EF-CB3C-08B6-833EA7DACC9C}"/>
              </a:ext>
            </a:extLst>
          </p:cNvPr>
          <p:cNvSpPr>
            <a:spLocks noGrp="1"/>
          </p:cNvSpPr>
          <p:nvPr>
            <p:ph type="title" hasCustomPrompt="1"/>
          </p:nvPr>
        </p:nvSpPr>
        <p:spPr>
          <a:xfrm>
            <a:off x="550703" y="431799"/>
            <a:ext cx="4419415" cy="898525"/>
          </a:xfrm>
        </p:spPr>
        <p:txBody>
          <a:bodyPr/>
          <a:lstStyle>
            <a:lvl1pPr>
              <a:defRPr>
                <a:solidFill>
                  <a:schemeClr val="bg1"/>
                </a:solidFill>
              </a:defRPr>
            </a:lvl1pPr>
          </a:lstStyle>
          <a:p>
            <a:r>
              <a:rPr lang="en-US" dirty="0"/>
              <a:t>Click to edit</a:t>
            </a:r>
            <a:br>
              <a:rPr lang="en-US" dirty="0"/>
            </a:br>
            <a:r>
              <a:rPr lang="en-US" dirty="0"/>
              <a:t>Master title style</a:t>
            </a:r>
            <a:endParaRPr lang="en-GB" dirty="0"/>
          </a:p>
        </p:txBody>
      </p:sp>
      <p:sp>
        <p:nvSpPr>
          <p:cNvPr id="3" name="Slide Number Placeholder 2">
            <a:extLst>
              <a:ext uri="{FF2B5EF4-FFF2-40B4-BE49-F238E27FC236}">
                <a16:creationId xmlns:a16="http://schemas.microsoft.com/office/drawing/2014/main" id="{5AFD388E-1026-AB19-DFE6-13F496F8ED20}"/>
              </a:ext>
            </a:extLst>
          </p:cNvPr>
          <p:cNvSpPr>
            <a:spLocks noGrp="1"/>
          </p:cNvSpPr>
          <p:nvPr>
            <p:ph type="sldNum" sz="quarter" idx="10"/>
          </p:nvPr>
        </p:nvSpPr>
        <p:spPr/>
        <p:txBody>
          <a:bodyPr/>
          <a:lstStyle/>
          <a:p>
            <a:endParaRPr lang="en-GB" dirty="0"/>
          </a:p>
        </p:txBody>
      </p:sp>
      <p:sp>
        <p:nvSpPr>
          <p:cNvPr id="16" name="Rectangle: Top Corners Rounded 15">
            <a:extLst>
              <a:ext uri="{FF2B5EF4-FFF2-40B4-BE49-F238E27FC236}">
                <a16:creationId xmlns:a16="http://schemas.microsoft.com/office/drawing/2014/main" id="{B865E1E8-174D-8DE5-C4F2-2FA8A8130C86}"/>
              </a:ext>
            </a:extLst>
          </p:cNvPr>
          <p:cNvSpPr/>
          <p:nvPr userDrawn="1"/>
        </p:nvSpPr>
        <p:spPr>
          <a:xfrm>
            <a:off x="2774429" y="1743074"/>
            <a:ext cx="2195689" cy="1638301"/>
          </a:xfrm>
          <a:prstGeom prst="round2SameRect">
            <a:avLst>
              <a:gd name="adj1" fmla="val 3295"/>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17" name="Rectangle: Top Corners Rounded 16">
            <a:extLst>
              <a:ext uri="{FF2B5EF4-FFF2-40B4-BE49-F238E27FC236}">
                <a16:creationId xmlns:a16="http://schemas.microsoft.com/office/drawing/2014/main" id="{FDD674BF-4A38-524B-FB2B-2C1D8C077101}"/>
              </a:ext>
            </a:extLst>
          </p:cNvPr>
          <p:cNvSpPr/>
          <p:nvPr userDrawn="1"/>
        </p:nvSpPr>
        <p:spPr>
          <a:xfrm>
            <a:off x="4997995" y="1743074"/>
            <a:ext cx="2195689" cy="1638301"/>
          </a:xfrm>
          <a:prstGeom prst="round2SameRect">
            <a:avLst>
              <a:gd name="adj1" fmla="val 3295"/>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18" name="Rectangle: Top Corners Rounded 17">
            <a:extLst>
              <a:ext uri="{FF2B5EF4-FFF2-40B4-BE49-F238E27FC236}">
                <a16:creationId xmlns:a16="http://schemas.microsoft.com/office/drawing/2014/main" id="{27DE2C15-1856-3AB1-D41B-0A1C8BF88D43}"/>
              </a:ext>
            </a:extLst>
          </p:cNvPr>
          <p:cNvSpPr/>
          <p:nvPr userDrawn="1"/>
        </p:nvSpPr>
        <p:spPr>
          <a:xfrm>
            <a:off x="7221561" y="1743074"/>
            <a:ext cx="2195689" cy="1638301"/>
          </a:xfrm>
          <a:prstGeom prst="round2SameRect">
            <a:avLst>
              <a:gd name="adj1" fmla="val 3295"/>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19" name="Rectangle: Top Corners Rounded 18">
            <a:extLst>
              <a:ext uri="{FF2B5EF4-FFF2-40B4-BE49-F238E27FC236}">
                <a16:creationId xmlns:a16="http://schemas.microsoft.com/office/drawing/2014/main" id="{3F8B6651-F7AE-344D-7B6D-3241D2FC8035}"/>
              </a:ext>
            </a:extLst>
          </p:cNvPr>
          <p:cNvSpPr/>
          <p:nvPr userDrawn="1"/>
        </p:nvSpPr>
        <p:spPr>
          <a:xfrm>
            <a:off x="9445128" y="1743074"/>
            <a:ext cx="2195689" cy="1638301"/>
          </a:xfrm>
          <a:prstGeom prst="round2SameRect">
            <a:avLst>
              <a:gd name="adj1" fmla="val 3295"/>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cxnSp>
        <p:nvCxnSpPr>
          <p:cNvPr id="7" name="Straight Connector 6">
            <a:extLst>
              <a:ext uri="{FF2B5EF4-FFF2-40B4-BE49-F238E27FC236}">
                <a16:creationId xmlns:a16="http://schemas.microsoft.com/office/drawing/2014/main" id="{B860BEAD-8676-0253-03AD-54F67527E6E0}"/>
              </a:ext>
            </a:extLst>
          </p:cNvPr>
          <p:cNvCxnSpPr>
            <a:cxnSpLocks/>
          </p:cNvCxnSpPr>
          <p:nvPr userDrawn="1"/>
        </p:nvCxnSpPr>
        <p:spPr>
          <a:xfrm>
            <a:off x="759001" y="3248025"/>
            <a:ext cx="177941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B3460B2-54C8-D2C2-F85A-69157BC6CF30}"/>
              </a:ext>
            </a:extLst>
          </p:cNvPr>
          <p:cNvCxnSpPr>
            <a:cxnSpLocks/>
          </p:cNvCxnSpPr>
          <p:nvPr userDrawn="1"/>
        </p:nvCxnSpPr>
        <p:spPr>
          <a:xfrm>
            <a:off x="2982567" y="3248025"/>
            <a:ext cx="177941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E19F003-5F33-1843-272D-364D72CE081C}"/>
              </a:ext>
            </a:extLst>
          </p:cNvPr>
          <p:cNvCxnSpPr>
            <a:cxnSpLocks/>
          </p:cNvCxnSpPr>
          <p:nvPr userDrawn="1"/>
        </p:nvCxnSpPr>
        <p:spPr>
          <a:xfrm>
            <a:off x="5206133" y="3248025"/>
            <a:ext cx="177941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0E2F47A-5CA4-FB27-2914-0D3A5C3084AB}"/>
              </a:ext>
            </a:extLst>
          </p:cNvPr>
          <p:cNvCxnSpPr>
            <a:cxnSpLocks/>
          </p:cNvCxnSpPr>
          <p:nvPr userDrawn="1"/>
        </p:nvCxnSpPr>
        <p:spPr>
          <a:xfrm>
            <a:off x="7429699" y="3248025"/>
            <a:ext cx="177941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933C9F-8D15-22D0-2B61-B07F2D03648D}"/>
              </a:ext>
            </a:extLst>
          </p:cNvPr>
          <p:cNvCxnSpPr>
            <a:cxnSpLocks/>
          </p:cNvCxnSpPr>
          <p:nvPr userDrawn="1"/>
        </p:nvCxnSpPr>
        <p:spPr>
          <a:xfrm>
            <a:off x="9653266" y="3248025"/>
            <a:ext cx="177941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ext Placeholder 26">
            <a:extLst>
              <a:ext uri="{FF2B5EF4-FFF2-40B4-BE49-F238E27FC236}">
                <a16:creationId xmlns:a16="http://schemas.microsoft.com/office/drawing/2014/main" id="{B6F1C4FC-8D02-8D06-D3D4-656949C4B612}"/>
              </a:ext>
            </a:extLst>
          </p:cNvPr>
          <p:cNvSpPr>
            <a:spLocks noGrp="1"/>
          </p:cNvSpPr>
          <p:nvPr>
            <p:ph type="body" sz="quarter" idx="11"/>
          </p:nvPr>
        </p:nvSpPr>
        <p:spPr>
          <a:xfrm>
            <a:off x="758999" y="3594100"/>
            <a:ext cx="1779416" cy="20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2" name="Text Placeholder 26">
            <a:extLst>
              <a:ext uri="{FF2B5EF4-FFF2-40B4-BE49-F238E27FC236}">
                <a16:creationId xmlns:a16="http://schemas.microsoft.com/office/drawing/2014/main" id="{FA0908EF-DEFE-1E4E-0F8A-25A7DF83260C}"/>
              </a:ext>
            </a:extLst>
          </p:cNvPr>
          <p:cNvSpPr>
            <a:spLocks noGrp="1"/>
          </p:cNvSpPr>
          <p:nvPr>
            <p:ph type="body" sz="quarter" idx="12"/>
          </p:nvPr>
        </p:nvSpPr>
        <p:spPr>
          <a:xfrm>
            <a:off x="2982567" y="3594100"/>
            <a:ext cx="1779416" cy="20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3" name="Text Placeholder 26">
            <a:extLst>
              <a:ext uri="{FF2B5EF4-FFF2-40B4-BE49-F238E27FC236}">
                <a16:creationId xmlns:a16="http://schemas.microsoft.com/office/drawing/2014/main" id="{0CD563AE-7848-D7C4-5763-12EF12CAD028}"/>
              </a:ext>
            </a:extLst>
          </p:cNvPr>
          <p:cNvSpPr>
            <a:spLocks noGrp="1"/>
          </p:cNvSpPr>
          <p:nvPr>
            <p:ph type="body" sz="quarter" idx="13"/>
          </p:nvPr>
        </p:nvSpPr>
        <p:spPr>
          <a:xfrm>
            <a:off x="5206133" y="3594100"/>
            <a:ext cx="1779416" cy="20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4" name="Text Placeholder 26">
            <a:extLst>
              <a:ext uri="{FF2B5EF4-FFF2-40B4-BE49-F238E27FC236}">
                <a16:creationId xmlns:a16="http://schemas.microsoft.com/office/drawing/2014/main" id="{8E6746F3-6611-6167-02C3-3C494752DAEC}"/>
              </a:ext>
            </a:extLst>
          </p:cNvPr>
          <p:cNvSpPr>
            <a:spLocks noGrp="1"/>
          </p:cNvSpPr>
          <p:nvPr>
            <p:ph type="body" sz="quarter" idx="14"/>
          </p:nvPr>
        </p:nvSpPr>
        <p:spPr>
          <a:xfrm>
            <a:off x="7429699" y="3594100"/>
            <a:ext cx="1779416" cy="20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5" name="Text Placeholder 26">
            <a:extLst>
              <a:ext uri="{FF2B5EF4-FFF2-40B4-BE49-F238E27FC236}">
                <a16:creationId xmlns:a16="http://schemas.microsoft.com/office/drawing/2014/main" id="{F01F41D7-2B9D-1D24-5D67-B169B50D26F8}"/>
              </a:ext>
            </a:extLst>
          </p:cNvPr>
          <p:cNvSpPr>
            <a:spLocks noGrp="1"/>
          </p:cNvSpPr>
          <p:nvPr>
            <p:ph type="body" sz="quarter" idx="15"/>
          </p:nvPr>
        </p:nvSpPr>
        <p:spPr>
          <a:xfrm>
            <a:off x="9653266" y="3594100"/>
            <a:ext cx="1779416" cy="208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6" name="Text Placeholder 26">
            <a:extLst>
              <a:ext uri="{FF2B5EF4-FFF2-40B4-BE49-F238E27FC236}">
                <a16:creationId xmlns:a16="http://schemas.microsoft.com/office/drawing/2014/main" id="{C56F772A-5EAA-8193-7F06-81E3210C0FD4}"/>
              </a:ext>
            </a:extLst>
          </p:cNvPr>
          <p:cNvSpPr>
            <a:spLocks noGrp="1"/>
          </p:cNvSpPr>
          <p:nvPr>
            <p:ph type="body" sz="quarter" idx="16"/>
          </p:nvPr>
        </p:nvSpPr>
        <p:spPr>
          <a:xfrm>
            <a:off x="758999" y="2600325"/>
            <a:ext cx="1779416" cy="514350"/>
          </a:xfrm>
        </p:spPr>
        <p:txBody>
          <a:bodyPr/>
          <a:lstStyle>
            <a:lvl1pPr>
              <a:lnSpc>
                <a:spcPct val="70000"/>
              </a:lnSpc>
              <a:defRPr sz="2400" b="0">
                <a:solidFill>
                  <a:schemeClr val="bg1"/>
                </a:solidFill>
                <a:latin typeface="+mj-lt"/>
              </a:defRPr>
            </a:lvl1pPr>
            <a:lvl2pPr>
              <a:defRPr b="0">
                <a:solidFill>
                  <a:schemeClr val="bg1"/>
                </a:solidFill>
              </a:defRPr>
            </a:lvl2pPr>
            <a:lvl3pPr>
              <a:defRPr b="0">
                <a:solidFill>
                  <a:schemeClr val="bg1"/>
                </a:solidFill>
              </a:defRPr>
            </a:lvl3pPr>
            <a:lvl4pPr>
              <a:defRPr b="0">
                <a:solidFill>
                  <a:schemeClr val="bg1"/>
                </a:solidFill>
              </a:defRPr>
            </a:lvl4pPr>
            <a:lvl5pPr>
              <a:defRPr b="0">
                <a:solidFill>
                  <a:schemeClr val="bg1"/>
                </a:solidFill>
              </a:defRPr>
            </a:lvl5pPr>
          </a:lstStyle>
          <a:p>
            <a:pPr lvl="0"/>
            <a:r>
              <a:rPr lang="en-US" dirty="0"/>
              <a:t>Click to edit Master text styles</a:t>
            </a:r>
            <a:endParaRPr lang="en-GB" dirty="0"/>
          </a:p>
        </p:txBody>
      </p:sp>
      <p:sp>
        <p:nvSpPr>
          <p:cNvPr id="27" name="Text Placeholder 26">
            <a:extLst>
              <a:ext uri="{FF2B5EF4-FFF2-40B4-BE49-F238E27FC236}">
                <a16:creationId xmlns:a16="http://schemas.microsoft.com/office/drawing/2014/main" id="{2D286CCB-41E3-6F55-02A1-73FE307CDDD5}"/>
              </a:ext>
            </a:extLst>
          </p:cNvPr>
          <p:cNvSpPr>
            <a:spLocks noGrp="1"/>
          </p:cNvSpPr>
          <p:nvPr>
            <p:ph type="body" sz="quarter" idx="17"/>
          </p:nvPr>
        </p:nvSpPr>
        <p:spPr>
          <a:xfrm>
            <a:off x="2982567" y="2600325"/>
            <a:ext cx="1779416" cy="514350"/>
          </a:xfrm>
        </p:spPr>
        <p:txBody>
          <a:bodyPr/>
          <a:lstStyle>
            <a:lvl1pPr>
              <a:lnSpc>
                <a:spcPct val="70000"/>
              </a:lnSpc>
              <a:defRPr sz="2400" b="0">
                <a:solidFill>
                  <a:schemeClr val="bg1"/>
                </a:solidFill>
                <a:latin typeface="+mj-lt"/>
              </a:defRPr>
            </a:lvl1pPr>
            <a:lvl2pPr>
              <a:defRPr b="0">
                <a:solidFill>
                  <a:schemeClr val="bg1"/>
                </a:solidFill>
              </a:defRPr>
            </a:lvl2pPr>
            <a:lvl3pPr>
              <a:defRPr b="0">
                <a:solidFill>
                  <a:schemeClr val="bg1"/>
                </a:solidFill>
              </a:defRPr>
            </a:lvl3pPr>
            <a:lvl4pPr>
              <a:defRPr b="0">
                <a:solidFill>
                  <a:schemeClr val="bg1"/>
                </a:solidFill>
              </a:defRPr>
            </a:lvl4pPr>
            <a:lvl5pPr>
              <a:defRPr b="0">
                <a:solidFill>
                  <a:schemeClr val="bg1"/>
                </a:solidFill>
              </a:defRPr>
            </a:lvl5pPr>
          </a:lstStyle>
          <a:p>
            <a:pPr lvl="0"/>
            <a:r>
              <a:rPr lang="en-US" dirty="0"/>
              <a:t>Click to edit Master text styles</a:t>
            </a:r>
            <a:endParaRPr lang="en-GB" dirty="0"/>
          </a:p>
        </p:txBody>
      </p:sp>
      <p:sp>
        <p:nvSpPr>
          <p:cNvPr id="28" name="Text Placeholder 26">
            <a:extLst>
              <a:ext uri="{FF2B5EF4-FFF2-40B4-BE49-F238E27FC236}">
                <a16:creationId xmlns:a16="http://schemas.microsoft.com/office/drawing/2014/main" id="{4C20D3A9-64F9-FF7F-EF9F-F67E76AC936A}"/>
              </a:ext>
            </a:extLst>
          </p:cNvPr>
          <p:cNvSpPr>
            <a:spLocks noGrp="1"/>
          </p:cNvSpPr>
          <p:nvPr>
            <p:ph type="body" sz="quarter" idx="18"/>
          </p:nvPr>
        </p:nvSpPr>
        <p:spPr>
          <a:xfrm>
            <a:off x="5206133" y="2600325"/>
            <a:ext cx="1779416" cy="514350"/>
          </a:xfrm>
        </p:spPr>
        <p:txBody>
          <a:bodyPr/>
          <a:lstStyle>
            <a:lvl1pPr>
              <a:lnSpc>
                <a:spcPct val="70000"/>
              </a:lnSpc>
              <a:defRPr sz="2400" b="0">
                <a:solidFill>
                  <a:schemeClr val="bg1"/>
                </a:solidFill>
                <a:latin typeface="+mj-lt"/>
              </a:defRPr>
            </a:lvl1pPr>
            <a:lvl2pPr>
              <a:defRPr b="0">
                <a:solidFill>
                  <a:schemeClr val="bg1"/>
                </a:solidFill>
              </a:defRPr>
            </a:lvl2pPr>
            <a:lvl3pPr>
              <a:defRPr b="0">
                <a:solidFill>
                  <a:schemeClr val="bg1"/>
                </a:solidFill>
              </a:defRPr>
            </a:lvl3pPr>
            <a:lvl4pPr>
              <a:defRPr b="0">
                <a:solidFill>
                  <a:schemeClr val="bg1"/>
                </a:solidFill>
              </a:defRPr>
            </a:lvl4pPr>
            <a:lvl5pPr>
              <a:defRPr b="0">
                <a:solidFill>
                  <a:schemeClr val="bg1"/>
                </a:solidFill>
              </a:defRPr>
            </a:lvl5pPr>
          </a:lstStyle>
          <a:p>
            <a:pPr lvl="0"/>
            <a:r>
              <a:rPr lang="en-US" dirty="0"/>
              <a:t>Click to edit Master text styles</a:t>
            </a:r>
            <a:endParaRPr lang="en-GB" dirty="0"/>
          </a:p>
        </p:txBody>
      </p:sp>
      <p:sp>
        <p:nvSpPr>
          <p:cNvPr id="29" name="Text Placeholder 26">
            <a:extLst>
              <a:ext uri="{FF2B5EF4-FFF2-40B4-BE49-F238E27FC236}">
                <a16:creationId xmlns:a16="http://schemas.microsoft.com/office/drawing/2014/main" id="{FBFBFF73-C7FC-FD43-A1A2-FD7730DE57AC}"/>
              </a:ext>
            </a:extLst>
          </p:cNvPr>
          <p:cNvSpPr>
            <a:spLocks noGrp="1"/>
          </p:cNvSpPr>
          <p:nvPr>
            <p:ph type="body" sz="quarter" idx="19"/>
          </p:nvPr>
        </p:nvSpPr>
        <p:spPr>
          <a:xfrm>
            <a:off x="7429699" y="2600325"/>
            <a:ext cx="1779416" cy="514350"/>
          </a:xfrm>
        </p:spPr>
        <p:txBody>
          <a:bodyPr/>
          <a:lstStyle>
            <a:lvl1pPr>
              <a:lnSpc>
                <a:spcPct val="70000"/>
              </a:lnSpc>
              <a:defRPr sz="2400" b="0">
                <a:solidFill>
                  <a:schemeClr val="bg1"/>
                </a:solidFill>
                <a:latin typeface="+mj-lt"/>
              </a:defRPr>
            </a:lvl1pPr>
            <a:lvl2pPr>
              <a:defRPr b="0">
                <a:solidFill>
                  <a:schemeClr val="bg1"/>
                </a:solidFill>
              </a:defRPr>
            </a:lvl2pPr>
            <a:lvl3pPr>
              <a:defRPr b="0">
                <a:solidFill>
                  <a:schemeClr val="bg1"/>
                </a:solidFill>
              </a:defRPr>
            </a:lvl3pPr>
            <a:lvl4pPr>
              <a:defRPr b="0">
                <a:solidFill>
                  <a:schemeClr val="bg1"/>
                </a:solidFill>
              </a:defRPr>
            </a:lvl4pPr>
            <a:lvl5pPr>
              <a:defRPr b="0">
                <a:solidFill>
                  <a:schemeClr val="bg1"/>
                </a:solidFill>
              </a:defRPr>
            </a:lvl5pPr>
          </a:lstStyle>
          <a:p>
            <a:pPr lvl="0"/>
            <a:r>
              <a:rPr lang="en-US" dirty="0"/>
              <a:t>Click to edit Master text styles</a:t>
            </a:r>
            <a:endParaRPr lang="en-GB" dirty="0"/>
          </a:p>
        </p:txBody>
      </p:sp>
      <p:sp>
        <p:nvSpPr>
          <p:cNvPr id="30" name="Text Placeholder 26">
            <a:extLst>
              <a:ext uri="{FF2B5EF4-FFF2-40B4-BE49-F238E27FC236}">
                <a16:creationId xmlns:a16="http://schemas.microsoft.com/office/drawing/2014/main" id="{070889D5-C25B-2AF4-A95A-FAF13226B0DB}"/>
              </a:ext>
            </a:extLst>
          </p:cNvPr>
          <p:cNvSpPr>
            <a:spLocks noGrp="1"/>
          </p:cNvSpPr>
          <p:nvPr>
            <p:ph type="body" sz="quarter" idx="20"/>
          </p:nvPr>
        </p:nvSpPr>
        <p:spPr>
          <a:xfrm>
            <a:off x="9653266" y="2600325"/>
            <a:ext cx="1779416" cy="514350"/>
          </a:xfrm>
        </p:spPr>
        <p:txBody>
          <a:bodyPr/>
          <a:lstStyle>
            <a:lvl1pPr>
              <a:lnSpc>
                <a:spcPct val="70000"/>
              </a:lnSpc>
              <a:defRPr sz="2400" b="0">
                <a:solidFill>
                  <a:schemeClr val="bg1"/>
                </a:solidFill>
                <a:latin typeface="+mj-lt"/>
              </a:defRPr>
            </a:lvl1pPr>
            <a:lvl2pPr>
              <a:defRPr b="0">
                <a:solidFill>
                  <a:schemeClr val="bg1"/>
                </a:solidFill>
              </a:defRPr>
            </a:lvl2pPr>
            <a:lvl3pPr>
              <a:defRPr b="0">
                <a:solidFill>
                  <a:schemeClr val="bg1"/>
                </a:solidFill>
              </a:defRPr>
            </a:lvl3pPr>
            <a:lvl4pPr>
              <a:defRPr b="0">
                <a:solidFill>
                  <a:schemeClr val="bg1"/>
                </a:solidFill>
              </a:defRPr>
            </a:lvl4pPr>
            <a:lvl5pPr>
              <a:defRPr b="0">
                <a:solidFill>
                  <a:schemeClr val="bg1"/>
                </a:solidFill>
              </a:defRPr>
            </a:lvl5pPr>
          </a:lstStyle>
          <a:p>
            <a:pPr lvl="0"/>
            <a:r>
              <a:rPr lang="en-US" dirty="0"/>
              <a:t>Click to edit Master text styles</a:t>
            </a:r>
            <a:endParaRPr lang="en-GB" dirty="0"/>
          </a:p>
        </p:txBody>
      </p:sp>
      <p:cxnSp>
        <p:nvCxnSpPr>
          <p:cNvPr id="31" name="Straight Connector 30">
            <a:extLst>
              <a:ext uri="{FF2B5EF4-FFF2-40B4-BE49-F238E27FC236}">
                <a16:creationId xmlns:a16="http://schemas.microsoft.com/office/drawing/2014/main" id="{A68396C8-B3A2-724B-9051-AD18042418F5}"/>
              </a:ext>
            </a:extLst>
          </p:cNvPr>
          <p:cNvCxnSpPr>
            <a:cxnSpLocks/>
          </p:cNvCxnSpPr>
          <p:nvPr userDrawn="1"/>
        </p:nvCxnSpPr>
        <p:spPr>
          <a:xfrm>
            <a:off x="2760491" y="3478305"/>
            <a:ext cx="0" cy="2398620"/>
          </a:xfrm>
          <a:prstGeom prst="line">
            <a:avLst/>
          </a:prstGeom>
          <a:ln w="19050">
            <a:gradFill>
              <a:gsLst>
                <a:gs pos="0">
                  <a:schemeClr val="accent1"/>
                </a:gs>
                <a:gs pos="100000">
                  <a:schemeClr val="accent5"/>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25ACA8D-2B59-CE21-9287-79B28A44D437}"/>
              </a:ext>
            </a:extLst>
          </p:cNvPr>
          <p:cNvCxnSpPr>
            <a:cxnSpLocks/>
          </p:cNvCxnSpPr>
          <p:nvPr userDrawn="1"/>
        </p:nvCxnSpPr>
        <p:spPr>
          <a:xfrm>
            <a:off x="4984057" y="3478305"/>
            <a:ext cx="0" cy="2398620"/>
          </a:xfrm>
          <a:prstGeom prst="line">
            <a:avLst/>
          </a:prstGeom>
          <a:ln w="19050">
            <a:gradFill>
              <a:gsLst>
                <a:gs pos="0">
                  <a:schemeClr val="accent1"/>
                </a:gs>
                <a:gs pos="100000">
                  <a:schemeClr val="accent5"/>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AD61924-FD4A-4F2A-D28A-D8B67C098FE9}"/>
              </a:ext>
            </a:extLst>
          </p:cNvPr>
          <p:cNvCxnSpPr>
            <a:cxnSpLocks/>
          </p:cNvCxnSpPr>
          <p:nvPr userDrawn="1"/>
        </p:nvCxnSpPr>
        <p:spPr>
          <a:xfrm>
            <a:off x="7207623" y="3478305"/>
            <a:ext cx="0" cy="2398620"/>
          </a:xfrm>
          <a:prstGeom prst="line">
            <a:avLst/>
          </a:prstGeom>
          <a:ln w="19050">
            <a:gradFill>
              <a:gsLst>
                <a:gs pos="0">
                  <a:schemeClr val="accent1"/>
                </a:gs>
                <a:gs pos="100000">
                  <a:schemeClr val="accent5"/>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C2A3AB7-9E10-CAF2-BEF7-1F861C67B4EB}"/>
              </a:ext>
            </a:extLst>
          </p:cNvPr>
          <p:cNvCxnSpPr>
            <a:cxnSpLocks/>
          </p:cNvCxnSpPr>
          <p:nvPr userDrawn="1"/>
        </p:nvCxnSpPr>
        <p:spPr>
          <a:xfrm>
            <a:off x="9431189" y="3478305"/>
            <a:ext cx="0" cy="2398620"/>
          </a:xfrm>
          <a:prstGeom prst="line">
            <a:avLst/>
          </a:prstGeom>
          <a:ln w="19050">
            <a:gradFill>
              <a:gsLst>
                <a:gs pos="0">
                  <a:schemeClr val="accent1"/>
                </a:gs>
                <a:gs pos="100000">
                  <a:schemeClr val="accent5"/>
                </a:gs>
              </a:gsLst>
              <a:lin ang="5400000" scaled="1"/>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360865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Back Cover dark Gradient">
    <p:bg>
      <p:bgPr>
        <a:gradFill>
          <a:gsLst>
            <a:gs pos="100000">
              <a:srgbClr val="00B8F5"/>
            </a:gs>
            <a:gs pos="0">
              <a:srgbClr val="1E49E2"/>
            </a:gs>
          </a:gsLst>
          <a:lin ang="0" scaled="0"/>
        </a:gradFill>
        <a:effectLst/>
      </p:bgPr>
    </p:bg>
    <p:spTree>
      <p:nvGrpSpPr>
        <p:cNvPr id="1" name=""/>
        <p:cNvGrpSpPr/>
        <p:nvPr/>
      </p:nvGrpSpPr>
      <p:grpSpPr>
        <a:xfrm>
          <a:off x="0" y="0"/>
          <a:ext cx="0" cy="0"/>
          <a:chOff x="0" y="0"/>
          <a:chExt cx="0" cy="0"/>
        </a:xfrm>
      </p:grpSpPr>
      <p:pic>
        <p:nvPicPr>
          <p:cNvPr id="18" name="Graphic 17">
            <a:extLst>
              <a:ext uri="{FF2B5EF4-FFF2-40B4-BE49-F238E27FC236}">
                <a16:creationId xmlns:a16="http://schemas.microsoft.com/office/drawing/2014/main" id="{935A1578-15A7-4FE7-8BC2-3ADC725A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1" name="Text Placeholder 2">
            <a:extLst>
              <a:ext uri="{FF2B5EF4-FFF2-40B4-BE49-F238E27FC236}">
                <a16:creationId xmlns:a16="http://schemas.microsoft.com/office/drawing/2014/main" id="{A8C97CF2-58B9-4D3E-A97E-A13E4A0D85FB}"/>
              </a:ext>
            </a:extLst>
          </p:cNvPr>
          <p:cNvSpPr>
            <a:spLocks noGrp="1"/>
          </p:cNvSpPr>
          <p:nvPr>
            <p:ph type="body" sz="quarter" idx="14"/>
          </p:nvPr>
        </p:nvSpPr>
        <p:spPr>
          <a:xfrm>
            <a:off x="989012" y="3034005"/>
            <a:ext cx="2287588" cy="184666"/>
          </a:xfrm>
        </p:spPr>
        <p:txBody>
          <a:bodyPr wrap="square">
            <a:spAutoFit/>
          </a:bodyPr>
          <a:lstStyle>
            <a:lvl1pPr>
              <a:buFontTx/>
              <a:buNone/>
              <a:defRPr sz="1200" b="1">
                <a:solidFill>
                  <a:schemeClr val="bg1"/>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CA9A60C8-E226-40C2-BA6E-FB0E5CD95EAF}"/>
              </a:ext>
            </a:extLst>
          </p:cNvPr>
          <p:cNvSpPr txBox="1"/>
          <p:nvPr userDrawn="1">
            <p:custDataLst>
              <p:tags r:id="rId1"/>
            </p:custDataLst>
          </p:nvPr>
        </p:nvSpPr>
        <p:spPr>
          <a:xfrm>
            <a:off x="989263"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dirty="0">
                <a:solidFill>
                  <a:schemeClr val="bg1"/>
                </a:solidFill>
                <a:latin typeface="+mn-lt"/>
                <a:ea typeface="+mn-ea"/>
                <a:cs typeface="+mn-cs"/>
              </a:rPr>
              <a:t>Document Classification: KPMG Confidential</a:t>
            </a:r>
          </a:p>
        </p:txBody>
      </p:sp>
      <p:sp>
        <p:nvSpPr>
          <p:cNvPr id="20" name="Text Placeholder 2">
            <a:extLst>
              <a:ext uri="{FF2B5EF4-FFF2-40B4-BE49-F238E27FC236}">
                <a16:creationId xmlns:a16="http://schemas.microsoft.com/office/drawing/2014/main" id="{46A431F5-5752-41D9-9BA1-05C9089BEEDB}"/>
              </a:ext>
            </a:extLst>
          </p:cNvPr>
          <p:cNvSpPr>
            <a:spLocks noGrp="1"/>
          </p:cNvSpPr>
          <p:nvPr>
            <p:ph type="body" sz="quarter" idx="10"/>
          </p:nvPr>
        </p:nvSpPr>
        <p:spPr>
          <a:xfrm>
            <a:off x="989012" y="3336978"/>
            <a:ext cx="9360000" cy="1440000"/>
          </a:xfrm>
        </p:spPr>
        <p:txBody>
          <a:bodyPr anchor="b"/>
          <a:lstStyle>
            <a:lvl1pPr>
              <a:spcAft>
                <a:spcPts val="1000"/>
              </a:spcAft>
              <a:defRPr sz="900" b="0">
                <a:solidFill>
                  <a:schemeClr val="bg1"/>
                </a:solidFill>
              </a:defRPr>
            </a:lvl1pPr>
            <a:lvl2pPr>
              <a:spcAft>
                <a:spcPts val="1000"/>
              </a:spcAft>
              <a:defRPr sz="900" b="0">
                <a:solidFill>
                  <a:schemeClr val="bg1"/>
                </a:solidFill>
              </a:defRPr>
            </a:lvl2pPr>
          </a:lstStyle>
          <a:p>
            <a:pPr lvl="0"/>
            <a:r>
              <a:rPr lang="en-US"/>
              <a:t>Click to edit Master text styles</a:t>
            </a:r>
          </a:p>
          <a:p>
            <a:pPr lvl="1"/>
            <a:r>
              <a:rPr lang="en-US"/>
              <a:t>Second level</a:t>
            </a:r>
          </a:p>
        </p:txBody>
      </p:sp>
      <p:sp>
        <p:nvSpPr>
          <p:cNvPr id="33" name="Text Placeholder 2">
            <a:extLst>
              <a:ext uri="{FF2B5EF4-FFF2-40B4-BE49-F238E27FC236}">
                <a16:creationId xmlns:a16="http://schemas.microsoft.com/office/drawing/2014/main" id="{0F2B2F76-409E-4474-B6EC-E952067E72C7}"/>
              </a:ext>
            </a:extLst>
          </p:cNvPr>
          <p:cNvSpPr>
            <a:spLocks noGrp="1"/>
          </p:cNvSpPr>
          <p:nvPr>
            <p:ph type="body" sz="quarter" idx="15"/>
          </p:nvPr>
        </p:nvSpPr>
        <p:spPr>
          <a:xfrm>
            <a:off x="995363" y="5457825"/>
            <a:ext cx="9360000" cy="138499"/>
          </a:xfrm>
        </p:spPr>
        <p:txBody>
          <a:bodyPr wrap="square">
            <a:spAutoFit/>
          </a:bodyPr>
          <a:lstStyle>
            <a:lvl1pPr>
              <a:defRPr sz="900" b="0">
                <a:solidFill>
                  <a:schemeClr val="bg1"/>
                </a:solidFill>
              </a:defRPr>
            </a:lvl1pPr>
            <a:lvl2pPr>
              <a:defRPr sz="900" b="0"/>
            </a:lvl2pPr>
            <a:lvl3pPr>
              <a:defRPr sz="900" b="0"/>
            </a:lvl3pPr>
            <a:lvl4pPr>
              <a:defRPr sz="900" b="0"/>
            </a:lvl4pPr>
            <a:lvl5pPr>
              <a:defRPr sz="900" b="0"/>
            </a:lvl5pPr>
          </a:lstStyle>
          <a:p>
            <a:pPr lvl="0"/>
            <a:r>
              <a:rPr lang="en-US"/>
              <a:t>Click to edit Master text styles</a:t>
            </a:r>
          </a:p>
        </p:txBody>
      </p:sp>
      <p:grpSp>
        <p:nvGrpSpPr>
          <p:cNvPr id="2" name="Group 1">
            <a:extLst>
              <a:ext uri="{FF2B5EF4-FFF2-40B4-BE49-F238E27FC236}">
                <a16:creationId xmlns:a16="http://schemas.microsoft.com/office/drawing/2014/main" id="{E0CF6B02-8054-3AEC-71E3-BD0FED501DB9}"/>
              </a:ext>
            </a:extLst>
          </p:cNvPr>
          <p:cNvGrpSpPr/>
          <p:nvPr userDrawn="1"/>
        </p:nvGrpSpPr>
        <p:grpSpPr>
          <a:xfrm>
            <a:off x="983033" y="2565006"/>
            <a:ext cx="1607326" cy="367957"/>
            <a:chOff x="1414350" y="2881529"/>
            <a:chExt cx="1607326" cy="367957"/>
          </a:xfrm>
        </p:grpSpPr>
        <p:sp>
          <p:nvSpPr>
            <p:cNvPr id="3" name="Rectangle 2">
              <a:extLst>
                <a:ext uri="{FF2B5EF4-FFF2-40B4-BE49-F238E27FC236}">
                  <a16:creationId xmlns:a16="http://schemas.microsoft.com/office/drawing/2014/main" id="{18E41159-CEA7-E272-C4B0-60B19FB4DB7A}"/>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4" name="Rectangle 3">
              <a:extLst>
                <a:ext uri="{FF2B5EF4-FFF2-40B4-BE49-F238E27FC236}">
                  <a16:creationId xmlns:a16="http://schemas.microsoft.com/office/drawing/2014/main" id="{52B704DD-4ABB-4CE2-04E8-B531DD53A5C5}"/>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5" name="Rectangle 4">
              <a:extLst>
                <a:ext uri="{FF2B5EF4-FFF2-40B4-BE49-F238E27FC236}">
                  <a16:creationId xmlns:a16="http://schemas.microsoft.com/office/drawing/2014/main" id="{A71A8033-D5B6-4063-7F8A-9094F681EC5B}"/>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pic>
          <p:nvPicPr>
            <p:cNvPr id="6" name="Picture 5">
              <a:extLst>
                <a:ext uri="{FF2B5EF4-FFF2-40B4-BE49-F238E27FC236}">
                  <a16:creationId xmlns:a16="http://schemas.microsoft.com/office/drawing/2014/main" id="{CEAA4109-31DB-C07D-6F5A-FD156C21A49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7" name="Picture 6" descr="Icon&#10;&#10;Description automatically generated">
              <a:extLst>
                <a:ext uri="{FF2B5EF4-FFF2-40B4-BE49-F238E27FC236}">
                  <a16:creationId xmlns:a16="http://schemas.microsoft.com/office/drawing/2014/main" id="{0544B314-61EB-EA8E-C1B4-74552BBB976B}"/>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8" name="Picture 7" descr="Logo&#10;&#10;Description automatically generated">
              <a:extLst>
                <a:ext uri="{FF2B5EF4-FFF2-40B4-BE49-F238E27FC236}">
                  <a16:creationId xmlns:a16="http://schemas.microsoft.com/office/drawing/2014/main" id="{16751DBF-07E2-C23C-12B3-70994637A59C}"/>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9" name="Picture 8" descr="Icon&#10;&#10;Description automatically generated">
              <a:extLst>
                <a:ext uri="{FF2B5EF4-FFF2-40B4-BE49-F238E27FC236}">
                  <a16:creationId xmlns:a16="http://schemas.microsoft.com/office/drawing/2014/main" id="{823225B5-809B-644B-56A9-5C7124FD3649}"/>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spTree>
    <p:extLst>
      <p:ext uri="{BB962C8B-B14F-4D97-AF65-F5344CB8AC3E}">
        <p14:creationId xmlns:p14="http://schemas.microsoft.com/office/powerpoint/2010/main" val="325095512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11" name="TextBox 10"/>
          <p:cNvSpPr txBox="1"/>
          <p:nvPr userDrawn="1">
            <p:custDataLst>
              <p:tags r:id="rId1"/>
            </p:custDataLst>
          </p:nvPr>
        </p:nvSpPr>
        <p:spPr>
          <a:xfrm>
            <a:off x="989263"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dirty="0">
                <a:solidFill>
                  <a:schemeClr val="accent2"/>
                </a:solidFill>
                <a:latin typeface="+mn-lt"/>
                <a:ea typeface="+mn-ea"/>
                <a:cs typeface="+mn-cs"/>
              </a:rPr>
              <a:t>Document Classification: KPMG Confidential</a:t>
            </a:r>
          </a:p>
        </p:txBody>
      </p:sp>
      <p:sp>
        <p:nvSpPr>
          <p:cNvPr id="53" name="Text Placeholder 2">
            <a:extLst>
              <a:ext uri="{FF2B5EF4-FFF2-40B4-BE49-F238E27FC236}">
                <a16:creationId xmlns:a16="http://schemas.microsoft.com/office/drawing/2014/main" id="{A835BAAE-8387-4EE5-AB59-6FBE19144C88}"/>
              </a:ext>
            </a:extLst>
          </p:cNvPr>
          <p:cNvSpPr>
            <a:spLocks noGrp="1"/>
          </p:cNvSpPr>
          <p:nvPr>
            <p:ph type="body" sz="quarter" idx="10"/>
          </p:nvPr>
        </p:nvSpPr>
        <p:spPr>
          <a:xfrm>
            <a:off x="989012" y="3336978"/>
            <a:ext cx="9360000" cy="1440000"/>
          </a:xfrm>
        </p:spPr>
        <p:txBody>
          <a:bodyPr anchor="b"/>
          <a:lstStyle>
            <a:lvl1pPr>
              <a:spcAft>
                <a:spcPts val="1000"/>
              </a:spcAft>
              <a:defRPr sz="900" b="0">
                <a:solidFill>
                  <a:schemeClr val="accent2"/>
                </a:solidFill>
              </a:defRPr>
            </a:lvl1pPr>
            <a:lvl2pPr>
              <a:spcAft>
                <a:spcPts val="1000"/>
              </a:spcAft>
              <a:defRPr sz="900" b="0">
                <a:solidFill>
                  <a:schemeClr val="accent2"/>
                </a:solidFill>
              </a:defRPr>
            </a:lvl2pPr>
          </a:lstStyle>
          <a:p>
            <a:pPr lvl="0"/>
            <a:r>
              <a:rPr lang="en-US"/>
              <a:t>Click to edit Master text styles</a:t>
            </a:r>
          </a:p>
          <a:p>
            <a:pPr lvl="1"/>
            <a:r>
              <a:rPr lang="en-US"/>
              <a:t>Second level</a:t>
            </a:r>
          </a:p>
        </p:txBody>
      </p:sp>
      <p:sp>
        <p:nvSpPr>
          <p:cNvPr id="54" name="Text Placeholder 2">
            <a:extLst>
              <a:ext uri="{FF2B5EF4-FFF2-40B4-BE49-F238E27FC236}">
                <a16:creationId xmlns:a16="http://schemas.microsoft.com/office/drawing/2014/main" id="{93B40796-98D9-465A-9944-CCD9D00EE921}"/>
              </a:ext>
            </a:extLst>
          </p:cNvPr>
          <p:cNvSpPr>
            <a:spLocks noGrp="1"/>
          </p:cNvSpPr>
          <p:nvPr>
            <p:ph type="body" sz="quarter" idx="14"/>
          </p:nvPr>
        </p:nvSpPr>
        <p:spPr>
          <a:xfrm>
            <a:off x="989012" y="3034005"/>
            <a:ext cx="2462464" cy="184666"/>
          </a:xfrm>
        </p:spPr>
        <p:txBody>
          <a:bodyPr wrap="square">
            <a:spAutoFit/>
          </a:bodyPr>
          <a:lstStyle>
            <a:lvl1pPr>
              <a:buFontTx/>
              <a:buNone/>
              <a:defRPr sz="1200" b="1">
                <a:solidFill>
                  <a:schemeClr val="accent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p:txBody>
      </p:sp>
      <p:pic>
        <p:nvPicPr>
          <p:cNvPr id="17" name="Graphic 16">
            <a:extLst>
              <a:ext uri="{FF2B5EF4-FFF2-40B4-BE49-F238E27FC236}">
                <a16:creationId xmlns:a16="http://schemas.microsoft.com/office/drawing/2014/main" id="{A51C6BDD-4F02-45D2-886C-4899A473F7F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Text Placeholder 2">
            <a:extLst>
              <a:ext uri="{FF2B5EF4-FFF2-40B4-BE49-F238E27FC236}">
                <a16:creationId xmlns:a16="http://schemas.microsoft.com/office/drawing/2014/main" id="{797036E0-0B01-4DDA-A3A8-A0C5ADAF5124}"/>
              </a:ext>
            </a:extLst>
          </p:cNvPr>
          <p:cNvSpPr>
            <a:spLocks noGrp="1"/>
          </p:cNvSpPr>
          <p:nvPr>
            <p:ph type="body" sz="quarter" idx="15"/>
          </p:nvPr>
        </p:nvSpPr>
        <p:spPr>
          <a:xfrm>
            <a:off x="995363" y="5457825"/>
            <a:ext cx="9360000" cy="138499"/>
          </a:xfrm>
        </p:spPr>
        <p:txBody>
          <a:bodyPr wrap="square">
            <a:spAutoFit/>
          </a:bodyPr>
          <a:lstStyle>
            <a:lvl1pPr>
              <a:defRPr sz="900" b="0"/>
            </a:lvl1pPr>
            <a:lvl2pPr>
              <a:defRPr sz="900" b="0"/>
            </a:lvl2pPr>
            <a:lvl3pPr>
              <a:defRPr sz="900" b="0"/>
            </a:lvl3pPr>
            <a:lvl4pPr>
              <a:defRPr sz="900" b="0"/>
            </a:lvl4pPr>
            <a:lvl5pPr>
              <a:defRPr sz="900" b="0"/>
            </a:lvl5pPr>
          </a:lstStyle>
          <a:p>
            <a:pPr lvl="0"/>
            <a:r>
              <a:rPr lang="en-US"/>
              <a:t>Click to edit Master text styles</a:t>
            </a:r>
          </a:p>
        </p:txBody>
      </p:sp>
      <p:grpSp>
        <p:nvGrpSpPr>
          <p:cNvPr id="2" name="Group 1">
            <a:extLst>
              <a:ext uri="{FF2B5EF4-FFF2-40B4-BE49-F238E27FC236}">
                <a16:creationId xmlns:a16="http://schemas.microsoft.com/office/drawing/2014/main" id="{D32DC38A-3544-22BF-3ACD-C82B9109A08C}"/>
              </a:ext>
            </a:extLst>
          </p:cNvPr>
          <p:cNvGrpSpPr/>
          <p:nvPr userDrawn="1"/>
        </p:nvGrpSpPr>
        <p:grpSpPr>
          <a:xfrm>
            <a:off x="983033" y="2565006"/>
            <a:ext cx="1607326" cy="367957"/>
            <a:chOff x="1414350" y="2881529"/>
            <a:chExt cx="1607326" cy="367957"/>
          </a:xfrm>
        </p:grpSpPr>
        <p:sp>
          <p:nvSpPr>
            <p:cNvPr id="4" name="Rectangle 3">
              <a:extLst>
                <a:ext uri="{FF2B5EF4-FFF2-40B4-BE49-F238E27FC236}">
                  <a16:creationId xmlns:a16="http://schemas.microsoft.com/office/drawing/2014/main" id="{90D360A6-2F24-34AB-ADE2-2F4D3EBA7822}"/>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5" name="Rectangle 4">
              <a:extLst>
                <a:ext uri="{FF2B5EF4-FFF2-40B4-BE49-F238E27FC236}">
                  <a16:creationId xmlns:a16="http://schemas.microsoft.com/office/drawing/2014/main" id="{6625832D-73E3-4009-4699-025E330A2F0F}"/>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6" name="Rectangle 5">
              <a:extLst>
                <a:ext uri="{FF2B5EF4-FFF2-40B4-BE49-F238E27FC236}">
                  <a16:creationId xmlns:a16="http://schemas.microsoft.com/office/drawing/2014/main" id="{D723131F-9677-DF4B-457E-6002A3C7754D}"/>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pic>
          <p:nvPicPr>
            <p:cNvPr id="7" name="Picture 6">
              <a:extLst>
                <a:ext uri="{FF2B5EF4-FFF2-40B4-BE49-F238E27FC236}">
                  <a16:creationId xmlns:a16="http://schemas.microsoft.com/office/drawing/2014/main" id="{5C425C89-AD41-DB17-BD62-28A60C5E163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8" name="Picture 7" descr="Icon&#10;&#10;Description automatically generated">
              <a:extLst>
                <a:ext uri="{FF2B5EF4-FFF2-40B4-BE49-F238E27FC236}">
                  <a16:creationId xmlns:a16="http://schemas.microsoft.com/office/drawing/2014/main" id="{7C9B7086-6E98-9488-783C-0B063520CE6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9" name="Picture 8" descr="Logo&#10;&#10;Description automatically generated">
              <a:extLst>
                <a:ext uri="{FF2B5EF4-FFF2-40B4-BE49-F238E27FC236}">
                  <a16:creationId xmlns:a16="http://schemas.microsoft.com/office/drawing/2014/main" id="{84058243-311F-5717-9500-5998E2F16AA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10" name="Picture 9" descr="Icon&#10;&#10;Description automatically generated">
              <a:extLst>
                <a:ext uri="{FF2B5EF4-FFF2-40B4-BE49-F238E27FC236}">
                  <a16:creationId xmlns:a16="http://schemas.microsoft.com/office/drawing/2014/main" id="{F23E3690-3452-94C0-948B-0AD7FDE7E1DE}"/>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spTree>
    <p:extLst>
      <p:ext uri="{BB962C8B-B14F-4D97-AF65-F5344CB8AC3E}">
        <p14:creationId xmlns:p14="http://schemas.microsoft.com/office/powerpoint/2010/main" val="8962231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userDrawn="1">
  <p:cSld name="1_Back Cover dark Gradient">
    <p:bg>
      <p:bgPr>
        <a:gradFill>
          <a:gsLst>
            <a:gs pos="100000">
              <a:srgbClr val="1E49E2"/>
            </a:gs>
            <a:gs pos="0">
              <a:srgbClr val="00338D"/>
            </a:gs>
          </a:gsLst>
          <a:lin ang="0" scaled="0"/>
        </a:gradFill>
        <a:effectLst/>
      </p:bgPr>
    </p:bg>
    <p:spTree>
      <p:nvGrpSpPr>
        <p:cNvPr id="1" name=""/>
        <p:cNvGrpSpPr/>
        <p:nvPr/>
      </p:nvGrpSpPr>
      <p:grpSpPr>
        <a:xfrm>
          <a:off x="0" y="0"/>
          <a:ext cx="0" cy="0"/>
          <a:chOff x="0" y="0"/>
          <a:chExt cx="0" cy="0"/>
        </a:xfrm>
      </p:grpSpPr>
      <p:sp>
        <p:nvSpPr>
          <p:cNvPr id="11" name="TextBox 10"/>
          <p:cNvSpPr txBox="1"/>
          <p:nvPr userDrawn="1">
            <p:custDataLst>
              <p:tags r:id="rId1"/>
            </p:custDataLst>
          </p:nvPr>
        </p:nvSpPr>
        <p:spPr>
          <a:xfrm>
            <a:off x="989263"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dirty="0">
                <a:solidFill>
                  <a:schemeClr val="bg1"/>
                </a:solidFill>
                <a:latin typeface="+mn-lt"/>
                <a:ea typeface="+mn-ea"/>
                <a:cs typeface="+mn-cs"/>
              </a:rPr>
              <a:t>Document Classification: KPMG Confidential</a:t>
            </a:r>
          </a:p>
        </p:txBody>
      </p:sp>
      <p:sp>
        <p:nvSpPr>
          <p:cNvPr id="3" name="Text Placeholder 2">
            <a:extLst>
              <a:ext uri="{FF2B5EF4-FFF2-40B4-BE49-F238E27FC236}">
                <a16:creationId xmlns:a16="http://schemas.microsoft.com/office/drawing/2014/main" id="{9771E9CC-2A2B-4C75-8522-60824F3AC7F8}"/>
              </a:ext>
            </a:extLst>
          </p:cNvPr>
          <p:cNvSpPr>
            <a:spLocks noGrp="1"/>
          </p:cNvSpPr>
          <p:nvPr>
            <p:ph type="body" sz="quarter" idx="10"/>
          </p:nvPr>
        </p:nvSpPr>
        <p:spPr>
          <a:xfrm>
            <a:off x="989012" y="3702050"/>
            <a:ext cx="6660000" cy="1843088"/>
          </a:xfrm>
        </p:spPr>
        <p:txBody>
          <a:bodyPr anchor="b"/>
          <a:lstStyle>
            <a:lvl1pPr>
              <a:spcAft>
                <a:spcPts val="1000"/>
              </a:spcAft>
              <a:defRPr sz="900" b="0">
                <a:solidFill>
                  <a:schemeClr val="bg1"/>
                </a:solidFill>
              </a:defRPr>
            </a:lvl1pPr>
            <a:lvl2pPr>
              <a:spcAft>
                <a:spcPts val="1000"/>
              </a:spcAft>
              <a:defRPr sz="900" b="0">
                <a:solidFill>
                  <a:schemeClr val="bg1"/>
                </a:solidFill>
              </a:defRPr>
            </a:lvl2pPr>
          </a:lstStyle>
          <a:p>
            <a:pPr lvl="0"/>
            <a:r>
              <a:rPr lang="en-US"/>
              <a:t>Click to edit Master text styles</a:t>
            </a:r>
          </a:p>
          <a:p>
            <a:pPr lvl="1"/>
            <a:r>
              <a:rPr lang="en-US"/>
              <a:t>Second level</a:t>
            </a:r>
          </a:p>
        </p:txBody>
      </p:sp>
      <p:sp>
        <p:nvSpPr>
          <p:cNvPr id="43" name="Text Placeholder 2">
            <a:extLst>
              <a:ext uri="{FF2B5EF4-FFF2-40B4-BE49-F238E27FC236}">
                <a16:creationId xmlns:a16="http://schemas.microsoft.com/office/drawing/2014/main" id="{8E01CBC1-FC71-43BD-845D-21EEEFA25661}"/>
              </a:ext>
            </a:extLst>
          </p:cNvPr>
          <p:cNvSpPr>
            <a:spLocks noGrp="1"/>
          </p:cNvSpPr>
          <p:nvPr>
            <p:ph type="body" sz="quarter" idx="14"/>
          </p:nvPr>
        </p:nvSpPr>
        <p:spPr>
          <a:xfrm>
            <a:off x="989012" y="3351965"/>
            <a:ext cx="2411738" cy="119064"/>
          </a:xfrm>
        </p:spPr>
        <p:txBody>
          <a:bodyPr/>
          <a:lstStyle>
            <a:lvl1pPr>
              <a:buFontTx/>
              <a:buNone/>
              <a:defRPr sz="1200" b="1">
                <a:solidFill>
                  <a:schemeClr val="bg1"/>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p:txBody>
      </p:sp>
      <p:grpSp>
        <p:nvGrpSpPr>
          <p:cNvPr id="4" name="Group 3">
            <a:extLst>
              <a:ext uri="{FF2B5EF4-FFF2-40B4-BE49-F238E27FC236}">
                <a16:creationId xmlns:a16="http://schemas.microsoft.com/office/drawing/2014/main" id="{1C4D5492-D401-42A2-B377-EA27220983D3}"/>
              </a:ext>
            </a:extLst>
          </p:cNvPr>
          <p:cNvGrpSpPr/>
          <p:nvPr userDrawn="1"/>
        </p:nvGrpSpPr>
        <p:grpSpPr>
          <a:xfrm>
            <a:off x="983033" y="2881529"/>
            <a:ext cx="1607326" cy="367957"/>
            <a:chOff x="1414350" y="2881529"/>
            <a:chExt cx="1607326" cy="367957"/>
          </a:xfrm>
        </p:grpSpPr>
        <p:sp>
          <p:nvSpPr>
            <p:cNvPr id="15" name="Rectangle 14">
              <a:extLst>
                <a:ext uri="{FF2B5EF4-FFF2-40B4-BE49-F238E27FC236}">
                  <a16:creationId xmlns:a16="http://schemas.microsoft.com/office/drawing/2014/main" id="{CF196AFE-0767-4ACF-9869-412F4845EABF}"/>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16" name="Rectangle 15">
              <a:extLst>
                <a:ext uri="{FF2B5EF4-FFF2-40B4-BE49-F238E27FC236}">
                  <a16:creationId xmlns:a16="http://schemas.microsoft.com/office/drawing/2014/main" id="{1E42C7C2-E55C-467A-A194-4BA78575F316}"/>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17" name="Rectangle 16">
              <a:extLst>
                <a:ext uri="{FF2B5EF4-FFF2-40B4-BE49-F238E27FC236}">
                  <a16:creationId xmlns:a16="http://schemas.microsoft.com/office/drawing/2014/main" id="{C45E1FE7-629E-4892-B2EB-2FDAB3326BE5}"/>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pic>
          <p:nvPicPr>
            <p:cNvPr id="9" name="Picture 8">
              <a:extLst>
                <a:ext uri="{FF2B5EF4-FFF2-40B4-BE49-F238E27FC236}">
                  <a16:creationId xmlns:a16="http://schemas.microsoft.com/office/drawing/2014/main" id="{3F3E6F56-5300-4CC2-8B6F-98341C903AA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10" name="Picture 9" descr="Icon&#10;&#10;Description automatically generated">
              <a:extLst>
                <a:ext uri="{FF2B5EF4-FFF2-40B4-BE49-F238E27FC236}">
                  <a16:creationId xmlns:a16="http://schemas.microsoft.com/office/drawing/2014/main" id="{5688464F-C48A-4F62-97E1-E717A76F030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12" name="Picture 11" descr="Logo&#10;&#10;Description automatically generated">
              <a:extLst>
                <a:ext uri="{FF2B5EF4-FFF2-40B4-BE49-F238E27FC236}">
                  <a16:creationId xmlns:a16="http://schemas.microsoft.com/office/drawing/2014/main" id="{3DBC0AA5-6153-434E-A0C9-A5D940745C9A}"/>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14" name="Picture 13" descr="Icon&#10;&#10;Description automatically generated">
              <a:extLst>
                <a:ext uri="{FF2B5EF4-FFF2-40B4-BE49-F238E27FC236}">
                  <a16:creationId xmlns:a16="http://schemas.microsoft.com/office/drawing/2014/main" id="{B338E268-56D8-4524-BB26-DA84FEEF8615}"/>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pic>
        <p:nvPicPr>
          <p:cNvPr id="19" name="Graphic 18">
            <a:extLst>
              <a:ext uri="{FF2B5EF4-FFF2-40B4-BE49-F238E27FC236}">
                <a16:creationId xmlns:a16="http://schemas.microsoft.com/office/drawing/2014/main" id="{D7CE8814-2E6C-49B9-A2A8-80AB288D9AA2}"/>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36060173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724-C137-47F3-B441-6C1B9714F578}"/>
              </a:ext>
            </a:extLst>
          </p:cNvPr>
          <p:cNvSpPr>
            <a:spLocks noGrp="1"/>
          </p:cNvSpPr>
          <p:nvPr>
            <p:ph type="title"/>
          </p:nvPr>
        </p:nvSpPr>
        <p:spPr>
          <a:solidFill>
            <a:schemeClr val="bg1"/>
          </a:solidFill>
        </p:spPr>
        <p:txBody>
          <a:bodyPr/>
          <a:lstStyle/>
          <a:p>
            <a:r>
              <a:rPr lang="en-US"/>
              <a:t>Click to edit Master title style</a:t>
            </a:r>
            <a:endParaRPr lang="en-GB" dirty="0"/>
          </a:p>
        </p:txBody>
      </p:sp>
      <p:sp>
        <p:nvSpPr>
          <p:cNvPr id="80" name="Rectangle 79">
            <a:extLst>
              <a:ext uri="{FF2B5EF4-FFF2-40B4-BE49-F238E27FC236}">
                <a16:creationId xmlns:a16="http://schemas.microsoft.com/office/drawing/2014/main" id="{0B4B9382-6DEA-4DBD-B56D-254AE233DA61}"/>
              </a:ext>
            </a:extLst>
          </p:cNvPr>
          <p:cNvSpPr/>
          <p:nvPr userDrawn="1"/>
        </p:nvSpPr>
        <p:spPr>
          <a:xfrm>
            <a:off x="998351" y="2246533"/>
            <a:ext cx="839614" cy="411225"/>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30</a:t>
            </a:r>
          </a:p>
          <a:p>
            <a:pPr algn="ctr"/>
            <a:r>
              <a:rPr lang="en-GB" sz="800" dirty="0">
                <a:solidFill>
                  <a:schemeClr val="bg1"/>
                </a:solidFill>
              </a:rPr>
              <a:t>73</a:t>
            </a:r>
          </a:p>
          <a:p>
            <a:pPr algn="ctr"/>
            <a:r>
              <a:rPr lang="en-GB" sz="800" dirty="0">
                <a:solidFill>
                  <a:schemeClr val="bg1"/>
                </a:solidFill>
              </a:rPr>
              <a:t>226</a:t>
            </a:r>
          </a:p>
        </p:txBody>
      </p:sp>
      <p:sp>
        <p:nvSpPr>
          <p:cNvPr id="81" name="Rectangle 80">
            <a:extLst>
              <a:ext uri="{FF2B5EF4-FFF2-40B4-BE49-F238E27FC236}">
                <a16:creationId xmlns:a16="http://schemas.microsoft.com/office/drawing/2014/main" id="{C6998DCB-AE81-4424-8C14-FBA379AAF5F7}"/>
              </a:ext>
            </a:extLst>
          </p:cNvPr>
          <p:cNvSpPr/>
          <p:nvPr userDrawn="1"/>
        </p:nvSpPr>
        <p:spPr>
          <a:xfrm>
            <a:off x="998351" y="1731971"/>
            <a:ext cx="839614" cy="411225"/>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51</a:t>
            </a:r>
          </a:p>
          <a:p>
            <a:pPr algn="ctr"/>
            <a:r>
              <a:rPr lang="en-GB" sz="800" dirty="0">
                <a:solidFill>
                  <a:schemeClr val="bg1"/>
                </a:solidFill>
              </a:rPr>
              <a:t>141</a:t>
            </a:r>
          </a:p>
        </p:txBody>
      </p:sp>
      <p:sp>
        <p:nvSpPr>
          <p:cNvPr id="82" name="Rectangle 81">
            <a:extLst>
              <a:ext uri="{FF2B5EF4-FFF2-40B4-BE49-F238E27FC236}">
                <a16:creationId xmlns:a16="http://schemas.microsoft.com/office/drawing/2014/main" id="{6C0D61AA-1EB2-4FEB-B31E-3F07A093EC13}"/>
              </a:ext>
            </a:extLst>
          </p:cNvPr>
          <p:cNvSpPr/>
          <p:nvPr userDrawn="1"/>
        </p:nvSpPr>
        <p:spPr>
          <a:xfrm>
            <a:off x="998351" y="3786711"/>
            <a:ext cx="839614" cy="411225"/>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12</a:t>
            </a:r>
          </a:p>
          <a:p>
            <a:pPr algn="ctr"/>
            <a:r>
              <a:rPr lang="en-GB" sz="800" dirty="0">
                <a:solidFill>
                  <a:schemeClr val="bg1"/>
                </a:solidFill>
              </a:rPr>
              <a:t>35</a:t>
            </a:r>
          </a:p>
          <a:p>
            <a:pPr algn="ctr"/>
            <a:r>
              <a:rPr lang="en-GB" sz="800" dirty="0">
                <a:solidFill>
                  <a:schemeClr val="bg1"/>
                </a:solidFill>
              </a:rPr>
              <a:t>60</a:t>
            </a:r>
          </a:p>
        </p:txBody>
      </p:sp>
      <p:sp>
        <p:nvSpPr>
          <p:cNvPr id="88" name="Rectangle 87">
            <a:extLst>
              <a:ext uri="{FF2B5EF4-FFF2-40B4-BE49-F238E27FC236}">
                <a16:creationId xmlns:a16="http://schemas.microsoft.com/office/drawing/2014/main" id="{B0B588C8-469A-48E9-BAD3-5E00B75E2274}"/>
              </a:ext>
            </a:extLst>
          </p:cNvPr>
          <p:cNvSpPr/>
          <p:nvPr userDrawn="1"/>
        </p:nvSpPr>
        <p:spPr>
          <a:xfrm>
            <a:off x="998351" y="2761094"/>
            <a:ext cx="839614" cy="41122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172</a:t>
            </a:r>
          </a:p>
          <a:p>
            <a:pPr algn="ctr"/>
            <a:r>
              <a:rPr lang="en-GB" sz="800" dirty="0">
                <a:solidFill>
                  <a:sysClr val="windowText" lastClr="000000"/>
                </a:solidFill>
              </a:rPr>
              <a:t>234</a:t>
            </a:r>
          </a:p>
          <a:p>
            <a:pPr algn="ctr"/>
            <a:r>
              <a:rPr lang="en-GB" sz="800" dirty="0">
                <a:solidFill>
                  <a:sysClr val="windowText" lastClr="000000"/>
                </a:solidFill>
              </a:rPr>
              <a:t>255</a:t>
            </a:r>
          </a:p>
        </p:txBody>
      </p:sp>
      <p:sp>
        <p:nvSpPr>
          <p:cNvPr id="89" name="Rectangle 88">
            <a:extLst>
              <a:ext uri="{FF2B5EF4-FFF2-40B4-BE49-F238E27FC236}">
                <a16:creationId xmlns:a16="http://schemas.microsoft.com/office/drawing/2014/main" id="{68663C95-46F5-4BD3-A855-64D157FC5DA2}"/>
              </a:ext>
            </a:extLst>
          </p:cNvPr>
          <p:cNvSpPr/>
          <p:nvPr userDrawn="1"/>
        </p:nvSpPr>
        <p:spPr>
          <a:xfrm>
            <a:off x="2992848" y="1732478"/>
            <a:ext cx="839614" cy="411225"/>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118</a:t>
            </a:r>
          </a:p>
          <a:p>
            <a:pPr algn="ctr"/>
            <a:r>
              <a:rPr lang="en-GB" sz="800" dirty="0">
                <a:solidFill>
                  <a:sysClr val="windowText" lastClr="000000"/>
                </a:solidFill>
              </a:rPr>
              <a:t>210</a:t>
            </a:r>
          </a:p>
          <a:p>
            <a:pPr algn="ctr"/>
            <a:r>
              <a:rPr lang="en-GB" sz="800" dirty="0">
                <a:solidFill>
                  <a:sysClr val="windowText" lastClr="000000"/>
                </a:solidFill>
              </a:rPr>
              <a:t>255</a:t>
            </a:r>
          </a:p>
        </p:txBody>
      </p:sp>
      <p:sp>
        <p:nvSpPr>
          <p:cNvPr id="90" name="TextBox 89">
            <a:extLst>
              <a:ext uri="{FF2B5EF4-FFF2-40B4-BE49-F238E27FC236}">
                <a16:creationId xmlns:a16="http://schemas.microsoft.com/office/drawing/2014/main" id="{D8B98DFB-AA9D-4F47-A9C8-2B4E91516074}"/>
              </a:ext>
            </a:extLst>
          </p:cNvPr>
          <p:cNvSpPr txBox="1"/>
          <p:nvPr userDrawn="1"/>
        </p:nvSpPr>
        <p:spPr>
          <a:xfrm>
            <a:off x="983882" y="1330325"/>
            <a:ext cx="1364046" cy="153888"/>
          </a:xfrm>
          <a:prstGeom prst="rect">
            <a:avLst/>
          </a:prstGeom>
          <a:noFill/>
        </p:spPr>
        <p:txBody>
          <a:bodyPr wrap="square" lIns="0" tIns="0" rIns="0" bIns="0" rtlCol="0">
            <a:spAutoFit/>
          </a:bodyPr>
          <a:lstStyle/>
          <a:p>
            <a:pPr algn="l">
              <a:spcAft>
                <a:spcPts val="600"/>
              </a:spcAft>
            </a:pPr>
            <a:r>
              <a:rPr lang="en-US" sz="1000" b="1" dirty="0">
                <a:solidFill>
                  <a:sysClr val="windowText" lastClr="000000"/>
                </a:solidFill>
              </a:rPr>
              <a:t>Primary Colours</a:t>
            </a:r>
          </a:p>
        </p:txBody>
      </p:sp>
      <p:sp>
        <p:nvSpPr>
          <p:cNvPr id="91" name="Rectangle 90">
            <a:extLst>
              <a:ext uri="{FF2B5EF4-FFF2-40B4-BE49-F238E27FC236}">
                <a16:creationId xmlns:a16="http://schemas.microsoft.com/office/drawing/2014/main" id="{0A9EDA4E-3DFC-4137-9624-AF8C4619FC52}"/>
              </a:ext>
            </a:extLst>
          </p:cNvPr>
          <p:cNvSpPr/>
          <p:nvPr userDrawn="1"/>
        </p:nvSpPr>
        <p:spPr>
          <a:xfrm>
            <a:off x="998351" y="3275656"/>
            <a:ext cx="839614" cy="411225"/>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184</a:t>
            </a:r>
          </a:p>
          <a:p>
            <a:pPr algn="ctr"/>
            <a:r>
              <a:rPr lang="en-GB" sz="800" dirty="0">
                <a:solidFill>
                  <a:schemeClr val="bg1"/>
                </a:solidFill>
              </a:rPr>
              <a:t>245</a:t>
            </a:r>
          </a:p>
        </p:txBody>
      </p:sp>
      <p:sp>
        <p:nvSpPr>
          <p:cNvPr id="92" name="Rectangle 91">
            <a:extLst>
              <a:ext uri="{FF2B5EF4-FFF2-40B4-BE49-F238E27FC236}">
                <a16:creationId xmlns:a16="http://schemas.microsoft.com/office/drawing/2014/main" id="{AD6492BB-04FC-4C6C-89B7-60631857615E}"/>
              </a:ext>
            </a:extLst>
          </p:cNvPr>
          <p:cNvSpPr/>
          <p:nvPr userDrawn="1"/>
        </p:nvSpPr>
        <p:spPr>
          <a:xfrm>
            <a:off x="998351" y="4301271"/>
            <a:ext cx="839614" cy="411225"/>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114</a:t>
            </a:r>
          </a:p>
          <a:p>
            <a:pPr algn="ctr"/>
            <a:r>
              <a:rPr lang="en-GB" sz="800" dirty="0">
                <a:solidFill>
                  <a:schemeClr val="bg1"/>
                </a:solidFill>
              </a:rPr>
              <a:t>19</a:t>
            </a:r>
          </a:p>
          <a:p>
            <a:pPr algn="ctr"/>
            <a:r>
              <a:rPr lang="en-GB" sz="800" dirty="0">
                <a:solidFill>
                  <a:schemeClr val="bg1"/>
                </a:solidFill>
              </a:rPr>
              <a:t>234</a:t>
            </a:r>
          </a:p>
        </p:txBody>
      </p:sp>
      <p:sp>
        <p:nvSpPr>
          <p:cNvPr id="93" name="Rectangle 92">
            <a:extLst>
              <a:ext uri="{FF2B5EF4-FFF2-40B4-BE49-F238E27FC236}">
                <a16:creationId xmlns:a16="http://schemas.microsoft.com/office/drawing/2014/main" id="{5B258B4F-E1EE-47E7-84A6-3459302EEAB0}"/>
              </a:ext>
            </a:extLst>
          </p:cNvPr>
          <p:cNvSpPr/>
          <p:nvPr userDrawn="1"/>
        </p:nvSpPr>
        <p:spPr>
          <a:xfrm>
            <a:off x="998351" y="4809439"/>
            <a:ext cx="839614" cy="411225"/>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253</a:t>
            </a:r>
          </a:p>
          <a:p>
            <a:pPr algn="ctr"/>
            <a:r>
              <a:rPr lang="en-GB" sz="800" dirty="0">
                <a:solidFill>
                  <a:schemeClr val="bg1"/>
                </a:solidFill>
              </a:rPr>
              <a:t>52</a:t>
            </a:r>
          </a:p>
          <a:p>
            <a:pPr algn="ctr"/>
            <a:r>
              <a:rPr lang="en-GB" sz="800" dirty="0">
                <a:solidFill>
                  <a:schemeClr val="bg1"/>
                </a:solidFill>
              </a:rPr>
              <a:t>156</a:t>
            </a:r>
          </a:p>
        </p:txBody>
      </p:sp>
      <p:sp>
        <p:nvSpPr>
          <p:cNvPr id="94" name="TextBox 93">
            <a:extLst>
              <a:ext uri="{FF2B5EF4-FFF2-40B4-BE49-F238E27FC236}">
                <a16:creationId xmlns:a16="http://schemas.microsoft.com/office/drawing/2014/main" id="{F658D265-9DAE-4B9D-81D9-560B992AA1C2}"/>
              </a:ext>
            </a:extLst>
          </p:cNvPr>
          <p:cNvSpPr txBox="1"/>
          <p:nvPr userDrawn="1"/>
        </p:nvSpPr>
        <p:spPr>
          <a:xfrm>
            <a:off x="1921682" y="3874401"/>
            <a:ext cx="939007" cy="237066"/>
          </a:xfrm>
          <a:prstGeom prst="rect">
            <a:avLst/>
          </a:prstGeom>
          <a:noFill/>
        </p:spPr>
        <p:txBody>
          <a:bodyPr wrap="square" lIns="54610" tIns="54610" rIns="54610" bIns="54610" rtlCol="0" anchor="ctr">
            <a:noAutofit/>
          </a:bodyPr>
          <a:lstStyle/>
          <a:p>
            <a:pPr algn="l">
              <a:spcAft>
                <a:spcPts val="600"/>
              </a:spcAft>
            </a:pPr>
            <a:r>
              <a:rPr lang="en-GB" sz="1000" dirty="0"/>
              <a:t>Dark Blue</a:t>
            </a:r>
          </a:p>
        </p:txBody>
      </p:sp>
      <p:sp>
        <p:nvSpPr>
          <p:cNvPr id="95" name="TextBox 94">
            <a:extLst>
              <a:ext uri="{FF2B5EF4-FFF2-40B4-BE49-F238E27FC236}">
                <a16:creationId xmlns:a16="http://schemas.microsoft.com/office/drawing/2014/main" id="{703F2A08-5A56-4459-9F6A-8BF7CABE83AD}"/>
              </a:ext>
            </a:extLst>
          </p:cNvPr>
          <p:cNvSpPr txBox="1"/>
          <p:nvPr userDrawn="1"/>
        </p:nvSpPr>
        <p:spPr>
          <a:xfrm>
            <a:off x="1921682" y="1830789"/>
            <a:ext cx="939007" cy="237066"/>
          </a:xfrm>
          <a:prstGeom prst="rect">
            <a:avLst/>
          </a:prstGeom>
          <a:noFill/>
        </p:spPr>
        <p:txBody>
          <a:bodyPr wrap="square" lIns="54610" tIns="54610" rIns="54610" bIns="54610" rtlCol="0" anchor="ctr">
            <a:noAutofit/>
          </a:bodyPr>
          <a:lstStyle/>
          <a:p>
            <a:pPr algn="l">
              <a:spcAft>
                <a:spcPts val="600"/>
              </a:spcAft>
            </a:pPr>
            <a:r>
              <a:rPr lang="en-GB" sz="1000" dirty="0"/>
              <a:t>KPMG blue</a:t>
            </a:r>
          </a:p>
        </p:txBody>
      </p:sp>
      <p:sp>
        <p:nvSpPr>
          <p:cNvPr id="96" name="TextBox 95">
            <a:extLst>
              <a:ext uri="{FF2B5EF4-FFF2-40B4-BE49-F238E27FC236}">
                <a16:creationId xmlns:a16="http://schemas.microsoft.com/office/drawing/2014/main" id="{6FDB4774-C9D1-4AF5-A0E3-02A97E2A6160}"/>
              </a:ext>
            </a:extLst>
          </p:cNvPr>
          <p:cNvSpPr txBox="1"/>
          <p:nvPr userDrawn="1"/>
        </p:nvSpPr>
        <p:spPr>
          <a:xfrm>
            <a:off x="1921682" y="2852903"/>
            <a:ext cx="939007" cy="237066"/>
          </a:xfrm>
          <a:prstGeom prst="rect">
            <a:avLst/>
          </a:prstGeom>
          <a:noFill/>
        </p:spPr>
        <p:txBody>
          <a:bodyPr wrap="square" lIns="54610" tIns="54610" rIns="54610" bIns="54610" rtlCol="0" anchor="ctr">
            <a:noAutofit/>
          </a:bodyPr>
          <a:lstStyle/>
          <a:p>
            <a:pPr algn="l">
              <a:spcAft>
                <a:spcPts val="600"/>
              </a:spcAft>
            </a:pPr>
            <a:r>
              <a:rPr lang="en-GB" sz="1000" dirty="0"/>
              <a:t>Light Blue</a:t>
            </a:r>
          </a:p>
        </p:txBody>
      </p:sp>
      <p:sp>
        <p:nvSpPr>
          <p:cNvPr id="97" name="TextBox 96">
            <a:extLst>
              <a:ext uri="{FF2B5EF4-FFF2-40B4-BE49-F238E27FC236}">
                <a16:creationId xmlns:a16="http://schemas.microsoft.com/office/drawing/2014/main" id="{642B0082-BE8C-419F-BF55-809D98EEAA6E}"/>
              </a:ext>
            </a:extLst>
          </p:cNvPr>
          <p:cNvSpPr txBox="1">
            <a:spLocks/>
          </p:cNvSpPr>
          <p:nvPr userDrawn="1"/>
        </p:nvSpPr>
        <p:spPr>
          <a:xfrm>
            <a:off x="3916179" y="1817279"/>
            <a:ext cx="1253995" cy="237066"/>
          </a:xfrm>
          <a:prstGeom prst="rect">
            <a:avLst/>
          </a:prstGeom>
          <a:noFill/>
        </p:spPr>
        <p:txBody>
          <a:bodyPr wrap="square" lIns="54610" tIns="54610" rIns="54610" bIns="54610" rtlCol="0" anchor="ctr">
            <a:noAutofit/>
          </a:bodyPr>
          <a:lstStyle/>
          <a:p>
            <a:pPr algn="l">
              <a:spcAft>
                <a:spcPts val="600"/>
              </a:spcAft>
            </a:pPr>
            <a:r>
              <a:rPr lang="en-GB" sz="1000" dirty="0"/>
              <a:t>Blue</a:t>
            </a:r>
          </a:p>
        </p:txBody>
      </p:sp>
      <p:sp>
        <p:nvSpPr>
          <p:cNvPr id="98" name="TextBox 97">
            <a:extLst>
              <a:ext uri="{FF2B5EF4-FFF2-40B4-BE49-F238E27FC236}">
                <a16:creationId xmlns:a16="http://schemas.microsoft.com/office/drawing/2014/main" id="{095E0C6E-D6D4-4413-8BB5-9FFB156C3AFD}"/>
              </a:ext>
            </a:extLst>
          </p:cNvPr>
          <p:cNvSpPr txBox="1"/>
          <p:nvPr userDrawn="1"/>
        </p:nvSpPr>
        <p:spPr>
          <a:xfrm>
            <a:off x="1921682" y="2341846"/>
            <a:ext cx="939007" cy="237066"/>
          </a:xfrm>
          <a:prstGeom prst="rect">
            <a:avLst/>
          </a:prstGeom>
          <a:noFill/>
        </p:spPr>
        <p:txBody>
          <a:bodyPr wrap="square" lIns="54610" tIns="54610" rIns="54610" bIns="54610" rtlCol="0" anchor="ctr">
            <a:noAutofit/>
          </a:bodyPr>
          <a:lstStyle/>
          <a:p>
            <a:pPr algn="l">
              <a:spcAft>
                <a:spcPts val="600"/>
              </a:spcAft>
            </a:pPr>
            <a:r>
              <a:rPr lang="en-GB" sz="1000" dirty="0"/>
              <a:t>Cobalt Blue</a:t>
            </a:r>
          </a:p>
        </p:txBody>
      </p:sp>
      <p:sp>
        <p:nvSpPr>
          <p:cNvPr id="99" name="TextBox 98">
            <a:extLst>
              <a:ext uri="{FF2B5EF4-FFF2-40B4-BE49-F238E27FC236}">
                <a16:creationId xmlns:a16="http://schemas.microsoft.com/office/drawing/2014/main" id="{95702D95-2676-428D-AAA2-D4B9C53D4EEF}"/>
              </a:ext>
            </a:extLst>
          </p:cNvPr>
          <p:cNvSpPr txBox="1"/>
          <p:nvPr userDrawn="1"/>
        </p:nvSpPr>
        <p:spPr>
          <a:xfrm>
            <a:off x="1921682" y="3363960"/>
            <a:ext cx="939007" cy="237066"/>
          </a:xfrm>
          <a:prstGeom prst="rect">
            <a:avLst/>
          </a:prstGeom>
          <a:noFill/>
        </p:spPr>
        <p:txBody>
          <a:bodyPr wrap="square" lIns="54610" tIns="54610" rIns="54610" bIns="54610" rtlCol="0" anchor="ctr">
            <a:noAutofit/>
          </a:bodyPr>
          <a:lstStyle/>
          <a:p>
            <a:pPr algn="l">
              <a:spcAft>
                <a:spcPts val="600"/>
              </a:spcAft>
            </a:pPr>
            <a:r>
              <a:rPr lang="en-GB" sz="1000" dirty="0"/>
              <a:t>Pacific Blue</a:t>
            </a:r>
          </a:p>
        </p:txBody>
      </p:sp>
      <p:sp>
        <p:nvSpPr>
          <p:cNvPr id="100" name="TextBox 99">
            <a:extLst>
              <a:ext uri="{FF2B5EF4-FFF2-40B4-BE49-F238E27FC236}">
                <a16:creationId xmlns:a16="http://schemas.microsoft.com/office/drawing/2014/main" id="{C5016C08-732B-4B11-8BAD-7CB8E465F581}"/>
              </a:ext>
            </a:extLst>
          </p:cNvPr>
          <p:cNvSpPr txBox="1"/>
          <p:nvPr userDrawn="1"/>
        </p:nvSpPr>
        <p:spPr>
          <a:xfrm>
            <a:off x="1921682" y="4385458"/>
            <a:ext cx="939007" cy="237066"/>
          </a:xfrm>
          <a:prstGeom prst="rect">
            <a:avLst/>
          </a:prstGeom>
          <a:noFill/>
        </p:spPr>
        <p:txBody>
          <a:bodyPr wrap="square" lIns="54610" tIns="54610" rIns="54610" bIns="54610" rtlCol="0" anchor="ctr">
            <a:noAutofit/>
          </a:bodyPr>
          <a:lstStyle/>
          <a:p>
            <a:pPr algn="l">
              <a:spcAft>
                <a:spcPts val="600"/>
              </a:spcAft>
            </a:pPr>
            <a:r>
              <a:rPr lang="en-GB" sz="1000" dirty="0"/>
              <a:t>Purple</a:t>
            </a:r>
          </a:p>
        </p:txBody>
      </p:sp>
      <p:sp>
        <p:nvSpPr>
          <p:cNvPr id="122" name="TextBox 121">
            <a:extLst>
              <a:ext uri="{FF2B5EF4-FFF2-40B4-BE49-F238E27FC236}">
                <a16:creationId xmlns:a16="http://schemas.microsoft.com/office/drawing/2014/main" id="{9DDB8060-8015-48F0-9EB3-CAF03DAF995D}"/>
              </a:ext>
            </a:extLst>
          </p:cNvPr>
          <p:cNvSpPr txBox="1"/>
          <p:nvPr userDrawn="1"/>
        </p:nvSpPr>
        <p:spPr>
          <a:xfrm>
            <a:off x="1921682" y="4896518"/>
            <a:ext cx="939007" cy="237066"/>
          </a:xfrm>
          <a:prstGeom prst="rect">
            <a:avLst/>
          </a:prstGeom>
          <a:noFill/>
        </p:spPr>
        <p:txBody>
          <a:bodyPr wrap="square" lIns="54610" tIns="54610" rIns="54610" bIns="54610" rtlCol="0" anchor="ctr">
            <a:noAutofit/>
          </a:bodyPr>
          <a:lstStyle/>
          <a:p>
            <a:pPr algn="l">
              <a:spcAft>
                <a:spcPts val="600"/>
              </a:spcAft>
            </a:pPr>
            <a:r>
              <a:rPr lang="en-GB" sz="1000" dirty="0"/>
              <a:t>Pink</a:t>
            </a:r>
          </a:p>
        </p:txBody>
      </p:sp>
      <p:sp>
        <p:nvSpPr>
          <p:cNvPr id="123" name="Rectangle 122">
            <a:extLst>
              <a:ext uri="{FF2B5EF4-FFF2-40B4-BE49-F238E27FC236}">
                <a16:creationId xmlns:a16="http://schemas.microsoft.com/office/drawing/2014/main" id="{A6C87350-68BA-44B4-8034-C31368AE1CC5}"/>
              </a:ext>
            </a:extLst>
          </p:cNvPr>
          <p:cNvSpPr/>
          <p:nvPr userDrawn="1"/>
        </p:nvSpPr>
        <p:spPr>
          <a:xfrm>
            <a:off x="2999643" y="2243028"/>
            <a:ext cx="839614" cy="411225"/>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81</a:t>
            </a:r>
          </a:p>
          <a:p>
            <a:pPr algn="ctr"/>
            <a:r>
              <a:rPr lang="en-GB" sz="800" dirty="0">
                <a:solidFill>
                  <a:schemeClr val="bg1"/>
                </a:solidFill>
              </a:rPr>
              <a:t>13</a:t>
            </a:r>
          </a:p>
          <a:p>
            <a:pPr algn="ctr"/>
            <a:r>
              <a:rPr lang="en-GB" sz="800" dirty="0">
                <a:solidFill>
                  <a:schemeClr val="bg1"/>
                </a:solidFill>
              </a:rPr>
              <a:t>188</a:t>
            </a:r>
          </a:p>
        </p:txBody>
      </p:sp>
      <p:sp>
        <p:nvSpPr>
          <p:cNvPr id="124" name="Rectangle 123">
            <a:extLst>
              <a:ext uri="{FF2B5EF4-FFF2-40B4-BE49-F238E27FC236}">
                <a16:creationId xmlns:a16="http://schemas.microsoft.com/office/drawing/2014/main" id="{78155B14-7498-4556-84CE-E80380598081}"/>
              </a:ext>
            </a:extLst>
          </p:cNvPr>
          <p:cNvSpPr/>
          <p:nvPr userDrawn="1"/>
        </p:nvSpPr>
        <p:spPr>
          <a:xfrm>
            <a:off x="2999643" y="2757590"/>
            <a:ext cx="839614" cy="411225"/>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180</a:t>
            </a:r>
          </a:p>
          <a:p>
            <a:pPr algn="ctr"/>
            <a:r>
              <a:rPr lang="en-GB" sz="800" dirty="0">
                <a:solidFill>
                  <a:schemeClr val="bg1"/>
                </a:solidFill>
              </a:rPr>
              <a:t>151</a:t>
            </a:r>
          </a:p>
          <a:p>
            <a:pPr algn="ctr"/>
            <a:r>
              <a:rPr lang="en-GB" sz="800" dirty="0">
                <a:solidFill>
                  <a:schemeClr val="bg1"/>
                </a:solidFill>
              </a:rPr>
              <a:t>255</a:t>
            </a:r>
          </a:p>
        </p:txBody>
      </p:sp>
      <p:sp>
        <p:nvSpPr>
          <p:cNvPr id="125" name="TextBox 124">
            <a:extLst>
              <a:ext uri="{FF2B5EF4-FFF2-40B4-BE49-F238E27FC236}">
                <a16:creationId xmlns:a16="http://schemas.microsoft.com/office/drawing/2014/main" id="{0C70EF42-D6E9-4998-9101-2586774B3FFA}"/>
              </a:ext>
            </a:extLst>
          </p:cNvPr>
          <p:cNvSpPr txBox="1"/>
          <p:nvPr userDrawn="1"/>
        </p:nvSpPr>
        <p:spPr>
          <a:xfrm>
            <a:off x="2992848" y="1330325"/>
            <a:ext cx="1946348" cy="307777"/>
          </a:xfrm>
          <a:prstGeom prst="rect">
            <a:avLst/>
          </a:prstGeom>
          <a:noFill/>
        </p:spPr>
        <p:txBody>
          <a:bodyPr wrap="square" lIns="0" tIns="0" rIns="0" bIns="0" rtlCol="0">
            <a:spAutoFit/>
          </a:bodyPr>
          <a:lstStyle/>
          <a:p>
            <a:pPr algn="l">
              <a:spcAft>
                <a:spcPts val="600"/>
              </a:spcAft>
            </a:pPr>
            <a:r>
              <a:rPr lang="en-US" sz="1000" b="1" dirty="0">
                <a:solidFill>
                  <a:sysClr val="windowText" lastClr="000000"/>
                </a:solidFill>
              </a:rPr>
              <a:t>Accent Colours for Infographics and charts only</a:t>
            </a:r>
          </a:p>
        </p:txBody>
      </p:sp>
      <p:sp>
        <p:nvSpPr>
          <p:cNvPr id="126" name="Rectangle 125">
            <a:extLst>
              <a:ext uri="{FF2B5EF4-FFF2-40B4-BE49-F238E27FC236}">
                <a16:creationId xmlns:a16="http://schemas.microsoft.com/office/drawing/2014/main" id="{E6904F85-D7B4-4C3E-AC49-768644AE9445}"/>
              </a:ext>
            </a:extLst>
          </p:cNvPr>
          <p:cNvSpPr/>
          <p:nvPr userDrawn="1"/>
        </p:nvSpPr>
        <p:spPr>
          <a:xfrm>
            <a:off x="2999643" y="3272151"/>
            <a:ext cx="839614" cy="411225"/>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171</a:t>
            </a:r>
          </a:p>
          <a:p>
            <a:pPr algn="ctr"/>
            <a:r>
              <a:rPr lang="en-GB" sz="800" dirty="0">
                <a:solidFill>
                  <a:schemeClr val="bg1"/>
                </a:solidFill>
              </a:rPr>
              <a:t>13</a:t>
            </a:r>
          </a:p>
          <a:p>
            <a:pPr algn="ctr"/>
            <a:r>
              <a:rPr lang="en-GB" sz="800" dirty="0">
                <a:solidFill>
                  <a:schemeClr val="bg1"/>
                </a:solidFill>
              </a:rPr>
              <a:t>130</a:t>
            </a:r>
          </a:p>
        </p:txBody>
      </p:sp>
      <p:sp>
        <p:nvSpPr>
          <p:cNvPr id="127" name="Rectangle 126">
            <a:extLst>
              <a:ext uri="{FF2B5EF4-FFF2-40B4-BE49-F238E27FC236}">
                <a16:creationId xmlns:a16="http://schemas.microsoft.com/office/drawing/2014/main" id="{FF58225A-59A1-4A4A-A075-B779934724A0}"/>
              </a:ext>
            </a:extLst>
          </p:cNvPr>
          <p:cNvSpPr/>
          <p:nvPr userDrawn="1"/>
        </p:nvSpPr>
        <p:spPr>
          <a:xfrm>
            <a:off x="2999643" y="3786713"/>
            <a:ext cx="839614" cy="411225"/>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255</a:t>
            </a:r>
          </a:p>
          <a:p>
            <a:pPr algn="ctr"/>
            <a:r>
              <a:rPr lang="en-GB" sz="800" dirty="0">
                <a:solidFill>
                  <a:sysClr val="windowText" lastClr="000000"/>
                </a:solidFill>
              </a:rPr>
              <a:t>163</a:t>
            </a:r>
          </a:p>
          <a:p>
            <a:pPr algn="ctr"/>
            <a:r>
              <a:rPr lang="en-GB" sz="800" dirty="0">
                <a:solidFill>
                  <a:sysClr val="windowText" lastClr="000000"/>
                </a:solidFill>
              </a:rPr>
              <a:t>218</a:t>
            </a:r>
          </a:p>
        </p:txBody>
      </p:sp>
      <p:sp>
        <p:nvSpPr>
          <p:cNvPr id="128" name="Rectangle 127">
            <a:extLst>
              <a:ext uri="{FF2B5EF4-FFF2-40B4-BE49-F238E27FC236}">
                <a16:creationId xmlns:a16="http://schemas.microsoft.com/office/drawing/2014/main" id="{3C59B207-7A8D-4660-8DB5-FD4B071F617E}"/>
              </a:ext>
            </a:extLst>
          </p:cNvPr>
          <p:cNvSpPr/>
          <p:nvPr userDrawn="1"/>
        </p:nvSpPr>
        <p:spPr>
          <a:xfrm>
            <a:off x="2999643" y="4301273"/>
            <a:ext cx="839614" cy="411225"/>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9</a:t>
            </a:r>
          </a:p>
          <a:p>
            <a:pPr algn="ctr"/>
            <a:r>
              <a:rPr lang="en-GB" sz="800" dirty="0">
                <a:solidFill>
                  <a:schemeClr val="bg1"/>
                </a:solidFill>
              </a:rPr>
              <a:t>142</a:t>
            </a:r>
          </a:p>
          <a:p>
            <a:pPr algn="ctr"/>
            <a:r>
              <a:rPr lang="en-GB" sz="800" dirty="0">
                <a:solidFill>
                  <a:schemeClr val="bg1"/>
                </a:solidFill>
              </a:rPr>
              <a:t>126</a:t>
            </a:r>
          </a:p>
        </p:txBody>
      </p:sp>
      <p:sp>
        <p:nvSpPr>
          <p:cNvPr id="129" name="Rectangle 128">
            <a:extLst>
              <a:ext uri="{FF2B5EF4-FFF2-40B4-BE49-F238E27FC236}">
                <a16:creationId xmlns:a16="http://schemas.microsoft.com/office/drawing/2014/main" id="{678AFB1A-195E-44FA-BE15-D720E8B85D8F}"/>
              </a:ext>
            </a:extLst>
          </p:cNvPr>
          <p:cNvSpPr/>
          <p:nvPr userDrawn="1"/>
        </p:nvSpPr>
        <p:spPr>
          <a:xfrm>
            <a:off x="2999643" y="4809441"/>
            <a:ext cx="839614" cy="411225"/>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192</a:t>
            </a:r>
          </a:p>
          <a:p>
            <a:pPr algn="ctr"/>
            <a:r>
              <a:rPr lang="en-GB" sz="800" dirty="0">
                <a:solidFill>
                  <a:schemeClr val="bg1"/>
                </a:solidFill>
              </a:rPr>
              <a:t>174</a:t>
            </a:r>
          </a:p>
        </p:txBody>
      </p:sp>
      <p:sp>
        <p:nvSpPr>
          <p:cNvPr id="130" name="Rectangle 129">
            <a:extLst>
              <a:ext uri="{FF2B5EF4-FFF2-40B4-BE49-F238E27FC236}">
                <a16:creationId xmlns:a16="http://schemas.microsoft.com/office/drawing/2014/main" id="{1B6D0FF4-11D1-457F-956E-EAB85D8156E2}"/>
              </a:ext>
            </a:extLst>
          </p:cNvPr>
          <p:cNvSpPr/>
          <p:nvPr userDrawn="1"/>
        </p:nvSpPr>
        <p:spPr>
          <a:xfrm>
            <a:off x="2999643" y="5324001"/>
            <a:ext cx="839614" cy="411225"/>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accent3"/>
                </a:solidFill>
              </a:rPr>
              <a:t>99</a:t>
            </a:r>
          </a:p>
          <a:p>
            <a:pPr algn="ctr"/>
            <a:r>
              <a:rPr lang="en-GB" sz="800" dirty="0">
                <a:solidFill>
                  <a:schemeClr val="accent3"/>
                </a:solidFill>
              </a:rPr>
              <a:t>235</a:t>
            </a:r>
          </a:p>
          <a:p>
            <a:pPr algn="ctr"/>
            <a:r>
              <a:rPr lang="en-GB" sz="800" dirty="0">
                <a:solidFill>
                  <a:schemeClr val="accent3"/>
                </a:solidFill>
              </a:rPr>
              <a:t>218</a:t>
            </a:r>
          </a:p>
        </p:txBody>
      </p:sp>
      <p:sp>
        <p:nvSpPr>
          <p:cNvPr id="131" name="TextBox 130">
            <a:extLst>
              <a:ext uri="{FF2B5EF4-FFF2-40B4-BE49-F238E27FC236}">
                <a16:creationId xmlns:a16="http://schemas.microsoft.com/office/drawing/2014/main" id="{BB5D52C5-6967-46A4-840A-0F4BBAAA614D}"/>
              </a:ext>
            </a:extLst>
          </p:cNvPr>
          <p:cNvSpPr txBox="1">
            <a:spLocks/>
          </p:cNvSpPr>
          <p:nvPr userDrawn="1"/>
        </p:nvSpPr>
        <p:spPr>
          <a:xfrm>
            <a:off x="3916179" y="3363960"/>
            <a:ext cx="1253995" cy="237066"/>
          </a:xfrm>
          <a:prstGeom prst="rect">
            <a:avLst/>
          </a:prstGeom>
          <a:noFill/>
        </p:spPr>
        <p:txBody>
          <a:bodyPr wrap="square" lIns="54610" tIns="54610" rIns="54610" bIns="54610" rtlCol="0" anchor="ctr">
            <a:noAutofit/>
          </a:bodyPr>
          <a:lstStyle/>
          <a:p>
            <a:pPr algn="l">
              <a:spcAft>
                <a:spcPts val="600"/>
              </a:spcAft>
            </a:pPr>
            <a:r>
              <a:rPr lang="en-GB" sz="1000" dirty="0"/>
              <a:t>Dark Pink</a:t>
            </a:r>
          </a:p>
        </p:txBody>
      </p:sp>
      <p:sp>
        <p:nvSpPr>
          <p:cNvPr id="132" name="TextBox 131">
            <a:extLst>
              <a:ext uri="{FF2B5EF4-FFF2-40B4-BE49-F238E27FC236}">
                <a16:creationId xmlns:a16="http://schemas.microsoft.com/office/drawing/2014/main" id="{DD7E36A7-608E-4095-AFE8-44754410AE91}"/>
              </a:ext>
            </a:extLst>
          </p:cNvPr>
          <p:cNvSpPr txBox="1">
            <a:spLocks/>
          </p:cNvSpPr>
          <p:nvPr userDrawn="1"/>
        </p:nvSpPr>
        <p:spPr>
          <a:xfrm>
            <a:off x="3916179" y="2341846"/>
            <a:ext cx="1253995" cy="237066"/>
          </a:xfrm>
          <a:prstGeom prst="rect">
            <a:avLst/>
          </a:prstGeom>
          <a:noFill/>
        </p:spPr>
        <p:txBody>
          <a:bodyPr wrap="square" lIns="54610" tIns="54610" rIns="54610" bIns="54610" rtlCol="0" anchor="ctr">
            <a:noAutofit/>
          </a:bodyPr>
          <a:lstStyle/>
          <a:p>
            <a:pPr algn="l">
              <a:spcAft>
                <a:spcPts val="600"/>
              </a:spcAft>
            </a:pPr>
            <a:r>
              <a:rPr lang="en-GB" sz="1000" dirty="0"/>
              <a:t>Dark Purple</a:t>
            </a:r>
          </a:p>
        </p:txBody>
      </p:sp>
      <p:sp>
        <p:nvSpPr>
          <p:cNvPr id="133" name="TextBox 132">
            <a:extLst>
              <a:ext uri="{FF2B5EF4-FFF2-40B4-BE49-F238E27FC236}">
                <a16:creationId xmlns:a16="http://schemas.microsoft.com/office/drawing/2014/main" id="{9C9FED5C-190D-49E2-B63F-2F4A8F4FD2A9}"/>
              </a:ext>
            </a:extLst>
          </p:cNvPr>
          <p:cNvSpPr txBox="1">
            <a:spLocks/>
          </p:cNvSpPr>
          <p:nvPr userDrawn="1"/>
        </p:nvSpPr>
        <p:spPr>
          <a:xfrm>
            <a:off x="3916179" y="3875017"/>
            <a:ext cx="1253995" cy="237066"/>
          </a:xfrm>
          <a:prstGeom prst="rect">
            <a:avLst/>
          </a:prstGeom>
          <a:noFill/>
        </p:spPr>
        <p:txBody>
          <a:bodyPr wrap="square" lIns="54610" tIns="54610" rIns="54610" bIns="54610" rtlCol="0" anchor="ctr">
            <a:noAutofit/>
          </a:bodyPr>
          <a:lstStyle/>
          <a:p>
            <a:pPr algn="l">
              <a:spcAft>
                <a:spcPts val="600"/>
              </a:spcAft>
            </a:pPr>
            <a:r>
              <a:rPr lang="en-GB" sz="1000" dirty="0"/>
              <a:t>Light Pink</a:t>
            </a:r>
          </a:p>
        </p:txBody>
      </p:sp>
      <p:sp>
        <p:nvSpPr>
          <p:cNvPr id="134" name="TextBox 133">
            <a:extLst>
              <a:ext uri="{FF2B5EF4-FFF2-40B4-BE49-F238E27FC236}">
                <a16:creationId xmlns:a16="http://schemas.microsoft.com/office/drawing/2014/main" id="{287480E6-9759-4B71-B8CA-452C4A2006EC}"/>
              </a:ext>
            </a:extLst>
          </p:cNvPr>
          <p:cNvSpPr txBox="1">
            <a:spLocks/>
          </p:cNvSpPr>
          <p:nvPr userDrawn="1"/>
        </p:nvSpPr>
        <p:spPr>
          <a:xfrm>
            <a:off x="3916179" y="4386074"/>
            <a:ext cx="1253995" cy="237066"/>
          </a:xfrm>
          <a:prstGeom prst="rect">
            <a:avLst/>
          </a:prstGeom>
          <a:noFill/>
        </p:spPr>
        <p:txBody>
          <a:bodyPr wrap="square" lIns="54610" tIns="54610" rIns="54610" bIns="54610" rtlCol="0" anchor="ctr">
            <a:noAutofit/>
          </a:bodyPr>
          <a:lstStyle/>
          <a:p>
            <a:pPr algn="l">
              <a:spcAft>
                <a:spcPts val="600"/>
              </a:spcAft>
            </a:pPr>
            <a:r>
              <a:rPr lang="en-GB" sz="1000" dirty="0"/>
              <a:t>Dark Green</a:t>
            </a:r>
          </a:p>
        </p:txBody>
      </p:sp>
      <p:sp>
        <p:nvSpPr>
          <p:cNvPr id="135" name="TextBox 134">
            <a:extLst>
              <a:ext uri="{FF2B5EF4-FFF2-40B4-BE49-F238E27FC236}">
                <a16:creationId xmlns:a16="http://schemas.microsoft.com/office/drawing/2014/main" id="{699CFDB7-519B-4F93-8992-FB8E8F58BBA8}"/>
              </a:ext>
            </a:extLst>
          </p:cNvPr>
          <p:cNvSpPr txBox="1">
            <a:spLocks/>
          </p:cNvSpPr>
          <p:nvPr userDrawn="1"/>
        </p:nvSpPr>
        <p:spPr>
          <a:xfrm>
            <a:off x="3916179" y="2852903"/>
            <a:ext cx="1253995" cy="237066"/>
          </a:xfrm>
          <a:prstGeom prst="rect">
            <a:avLst/>
          </a:prstGeom>
          <a:noFill/>
        </p:spPr>
        <p:txBody>
          <a:bodyPr wrap="square" lIns="54610" tIns="54610" rIns="54610" bIns="54610" rtlCol="0" anchor="ctr">
            <a:noAutofit/>
          </a:bodyPr>
          <a:lstStyle/>
          <a:p>
            <a:pPr algn="l">
              <a:spcAft>
                <a:spcPts val="600"/>
              </a:spcAft>
            </a:pPr>
            <a:r>
              <a:rPr lang="en-GB" sz="1000" dirty="0"/>
              <a:t>Light Purple</a:t>
            </a:r>
          </a:p>
        </p:txBody>
      </p:sp>
      <p:sp>
        <p:nvSpPr>
          <p:cNvPr id="136" name="TextBox 135">
            <a:extLst>
              <a:ext uri="{FF2B5EF4-FFF2-40B4-BE49-F238E27FC236}">
                <a16:creationId xmlns:a16="http://schemas.microsoft.com/office/drawing/2014/main" id="{04261309-AD94-4DA2-9DE0-CF08CDC08A2D}"/>
              </a:ext>
            </a:extLst>
          </p:cNvPr>
          <p:cNvSpPr txBox="1">
            <a:spLocks/>
          </p:cNvSpPr>
          <p:nvPr userDrawn="1"/>
        </p:nvSpPr>
        <p:spPr>
          <a:xfrm>
            <a:off x="3916179" y="4897131"/>
            <a:ext cx="1253995" cy="237066"/>
          </a:xfrm>
          <a:prstGeom prst="rect">
            <a:avLst/>
          </a:prstGeom>
          <a:noFill/>
        </p:spPr>
        <p:txBody>
          <a:bodyPr wrap="square" lIns="54610" tIns="54610" rIns="54610" bIns="54610" rtlCol="0" anchor="ctr">
            <a:noAutofit/>
          </a:bodyPr>
          <a:lstStyle/>
          <a:p>
            <a:pPr algn="l">
              <a:spcAft>
                <a:spcPts val="600"/>
              </a:spcAft>
            </a:pPr>
            <a:r>
              <a:rPr lang="en-GB" sz="1000" dirty="0"/>
              <a:t>Green</a:t>
            </a:r>
          </a:p>
        </p:txBody>
      </p:sp>
      <p:sp>
        <p:nvSpPr>
          <p:cNvPr id="137" name="TextBox 136">
            <a:extLst>
              <a:ext uri="{FF2B5EF4-FFF2-40B4-BE49-F238E27FC236}">
                <a16:creationId xmlns:a16="http://schemas.microsoft.com/office/drawing/2014/main" id="{22F2A8E7-CBDC-4379-8206-549AD18BA6BE}"/>
              </a:ext>
            </a:extLst>
          </p:cNvPr>
          <p:cNvSpPr txBox="1">
            <a:spLocks/>
          </p:cNvSpPr>
          <p:nvPr userDrawn="1"/>
        </p:nvSpPr>
        <p:spPr>
          <a:xfrm>
            <a:off x="3916179" y="5408188"/>
            <a:ext cx="1253995" cy="237066"/>
          </a:xfrm>
          <a:prstGeom prst="rect">
            <a:avLst/>
          </a:prstGeom>
          <a:noFill/>
        </p:spPr>
        <p:txBody>
          <a:bodyPr wrap="square" lIns="54610" tIns="54610" rIns="54610" bIns="54610" rtlCol="0" anchor="ctr">
            <a:noAutofit/>
          </a:bodyPr>
          <a:lstStyle/>
          <a:p>
            <a:pPr algn="l">
              <a:spcAft>
                <a:spcPts val="600"/>
              </a:spcAft>
            </a:pPr>
            <a:r>
              <a:rPr lang="en-GB" sz="1000" dirty="0"/>
              <a:t>Light Green</a:t>
            </a:r>
          </a:p>
        </p:txBody>
      </p:sp>
      <p:sp>
        <p:nvSpPr>
          <p:cNvPr id="138" name="Rectangle 137">
            <a:extLst>
              <a:ext uri="{FF2B5EF4-FFF2-40B4-BE49-F238E27FC236}">
                <a16:creationId xmlns:a16="http://schemas.microsoft.com/office/drawing/2014/main" id="{D87A6D94-65CA-428E-BED2-08188E10A89C}"/>
              </a:ext>
            </a:extLst>
          </p:cNvPr>
          <p:cNvSpPr/>
          <p:nvPr userDrawn="1"/>
        </p:nvSpPr>
        <p:spPr>
          <a:xfrm>
            <a:off x="5232206" y="1731971"/>
            <a:ext cx="839614" cy="411225"/>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51</a:t>
            </a:r>
          </a:p>
          <a:p>
            <a:pPr algn="ctr"/>
            <a:r>
              <a:rPr lang="en-GB" sz="800" dirty="0">
                <a:solidFill>
                  <a:schemeClr val="bg1"/>
                </a:solidFill>
              </a:rPr>
              <a:t>51</a:t>
            </a:r>
          </a:p>
          <a:p>
            <a:pPr algn="ctr"/>
            <a:r>
              <a:rPr lang="en-GB" sz="800" dirty="0">
                <a:solidFill>
                  <a:schemeClr val="bg1"/>
                </a:solidFill>
              </a:rPr>
              <a:t>51</a:t>
            </a:r>
          </a:p>
        </p:txBody>
      </p:sp>
      <p:sp>
        <p:nvSpPr>
          <p:cNvPr id="139" name="Rectangle 138">
            <a:extLst>
              <a:ext uri="{FF2B5EF4-FFF2-40B4-BE49-F238E27FC236}">
                <a16:creationId xmlns:a16="http://schemas.microsoft.com/office/drawing/2014/main" id="{DB37D1E0-6E13-43AA-8690-2187719986CE}"/>
              </a:ext>
            </a:extLst>
          </p:cNvPr>
          <p:cNvSpPr/>
          <p:nvPr userDrawn="1"/>
        </p:nvSpPr>
        <p:spPr>
          <a:xfrm>
            <a:off x="5232206" y="2246533"/>
            <a:ext cx="839614" cy="41122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102</a:t>
            </a:r>
          </a:p>
          <a:p>
            <a:pPr algn="ctr"/>
            <a:r>
              <a:rPr lang="en-GB" sz="800" dirty="0">
                <a:solidFill>
                  <a:schemeClr val="bg1"/>
                </a:solidFill>
              </a:rPr>
              <a:t>102</a:t>
            </a:r>
          </a:p>
          <a:p>
            <a:pPr algn="ctr"/>
            <a:r>
              <a:rPr lang="en-GB" sz="800" dirty="0">
                <a:solidFill>
                  <a:schemeClr val="bg1"/>
                </a:solidFill>
              </a:rPr>
              <a:t>102</a:t>
            </a:r>
          </a:p>
          <a:p>
            <a:pPr algn="ctr"/>
            <a:r>
              <a:rPr lang="en-GB" sz="800" dirty="0">
                <a:solidFill>
                  <a:schemeClr val="bg1"/>
                </a:solidFill>
              </a:rPr>
              <a:t>102</a:t>
            </a:r>
          </a:p>
          <a:p>
            <a:pPr algn="ctr"/>
            <a:endParaRPr lang="en-GB" sz="800" dirty="0">
              <a:solidFill>
                <a:schemeClr val="bg1"/>
              </a:solidFill>
            </a:endParaRPr>
          </a:p>
        </p:txBody>
      </p:sp>
      <p:sp>
        <p:nvSpPr>
          <p:cNvPr id="140" name="TextBox 139">
            <a:extLst>
              <a:ext uri="{FF2B5EF4-FFF2-40B4-BE49-F238E27FC236}">
                <a16:creationId xmlns:a16="http://schemas.microsoft.com/office/drawing/2014/main" id="{7D0EC1A1-8663-4279-B928-3DE7DCA9903E}"/>
              </a:ext>
            </a:extLst>
          </p:cNvPr>
          <p:cNvSpPr txBox="1"/>
          <p:nvPr userDrawn="1"/>
        </p:nvSpPr>
        <p:spPr>
          <a:xfrm>
            <a:off x="5225411" y="1330325"/>
            <a:ext cx="1545229" cy="307777"/>
          </a:xfrm>
          <a:prstGeom prst="rect">
            <a:avLst/>
          </a:prstGeom>
          <a:noFill/>
        </p:spPr>
        <p:txBody>
          <a:bodyPr wrap="square" lIns="0" tIns="0" rIns="0" bIns="0" rtlCol="0">
            <a:spAutoFit/>
          </a:bodyPr>
          <a:lstStyle/>
          <a:p>
            <a:pPr algn="l">
              <a:spcAft>
                <a:spcPts val="600"/>
              </a:spcAft>
            </a:pPr>
            <a:r>
              <a:rPr lang="en-US" sz="1000" b="1" dirty="0">
                <a:solidFill>
                  <a:sysClr val="windowText" lastClr="000000"/>
                </a:solidFill>
              </a:rPr>
              <a:t>Neutrals for Infographics and charts only </a:t>
            </a:r>
          </a:p>
        </p:txBody>
      </p:sp>
      <p:sp>
        <p:nvSpPr>
          <p:cNvPr id="141" name="Rectangle 140">
            <a:extLst>
              <a:ext uri="{FF2B5EF4-FFF2-40B4-BE49-F238E27FC236}">
                <a16:creationId xmlns:a16="http://schemas.microsoft.com/office/drawing/2014/main" id="{CCF5BD29-5929-45B7-A56B-8DBE91DA9C55}"/>
              </a:ext>
            </a:extLst>
          </p:cNvPr>
          <p:cNvSpPr/>
          <p:nvPr userDrawn="1"/>
        </p:nvSpPr>
        <p:spPr>
          <a:xfrm>
            <a:off x="5232206" y="2761094"/>
            <a:ext cx="839614" cy="411225"/>
          </a:xfrm>
          <a:prstGeom prst="rect">
            <a:avLst/>
          </a:prstGeom>
          <a:solidFill>
            <a:srgbClr val="98989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152</a:t>
            </a:r>
          </a:p>
          <a:p>
            <a:pPr algn="ctr"/>
            <a:r>
              <a:rPr lang="en-GB" sz="800" dirty="0">
                <a:solidFill>
                  <a:schemeClr val="bg1"/>
                </a:solidFill>
              </a:rPr>
              <a:t>152</a:t>
            </a:r>
          </a:p>
          <a:p>
            <a:pPr algn="ctr"/>
            <a:r>
              <a:rPr lang="en-GB" sz="800" dirty="0">
                <a:solidFill>
                  <a:schemeClr val="bg1"/>
                </a:solidFill>
              </a:rPr>
              <a:t>152</a:t>
            </a:r>
          </a:p>
        </p:txBody>
      </p:sp>
      <p:sp>
        <p:nvSpPr>
          <p:cNvPr id="142" name="Rectangle 141">
            <a:extLst>
              <a:ext uri="{FF2B5EF4-FFF2-40B4-BE49-F238E27FC236}">
                <a16:creationId xmlns:a16="http://schemas.microsoft.com/office/drawing/2014/main" id="{38184FEE-70BA-491C-9F07-837F82AA106B}"/>
              </a:ext>
            </a:extLst>
          </p:cNvPr>
          <p:cNvSpPr/>
          <p:nvPr userDrawn="1"/>
        </p:nvSpPr>
        <p:spPr>
          <a:xfrm>
            <a:off x="5232206" y="3275656"/>
            <a:ext cx="839614" cy="411225"/>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178</a:t>
            </a:r>
          </a:p>
          <a:p>
            <a:pPr algn="ctr"/>
            <a:r>
              <a:rPr lang="en-GB" sz="800" dirty="0">
                <a:solidFill>
                  <a:sysClr val="windowText" lastClr="000000"/>
                </a:solidFill>
              </a:rPr>
              <a:t>178</a:t>
            </a:r>
          </a:p>
          <a:p>
            <a:pPr algn="ctr"/>
            <a:r>
              <a:rPr lang="en-GB" sz="800" dirty="0">
                <a:solidFill>
                  <a:sysClr val="windowText" lastClr="000000"/>
                </a:solidFill>
              </a:rPr>
              <a:t>178</a:t>
            </a:r>
          </a:p>
        </p:txBody>
      </p:sp>
      <p:sp>
        <p:nvSpPr>
          <p:cNvPr id="143" name="Rectangle 142">
            <a:extLst>
              <a:ext uri="{FF2B5EF4-FFF2-40B4-BE49-F238E27FC236}">
                <a16:creationId xmlns:a16="http://schemas.microsoft.com/office/drawing/2014/main" id="{90EACDDE-24FA-462A-9B3D-8E1261BF7BB1}"/>
              </a:ext>
            </a:extLst>
          </p:cNvPr>
          <p:cNvSpPr/>
          <p:nvPr userDrawn="1"/>
        </p:nvSpPr>
        <p:spPr>
          <a:xfrm>
            <a:off x="5232206" y="3790216"/>
            <a:ext cx="839614" cy="41122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tx1"/>
                </a:solidFill>
              </a:rPr>
              <a:t>229</a:t>
            </a:r>
          </a:p>
          <a:p>
            <a:pPr algn="ctr"/>
            <a:r>
              <a:rPr lang="en-GB" sz="800" dirty="0">
                <a:solidFill>
                  <a:schemeClr val="tx1"/>
                </a:solidFill>
              </a:rPr>
              <a:t>229</a:t>
            </a:r>
          </a:p>
          <a:p>
            <a:pPr algn="ctr"/>
            <a:r>
              <a:rPr lang="en-GB" sz="800" dirty="0">
                <a:solidFill>
                  <a:schemeClr val="tx1"/>
                </a:solidFill>
              </a:rPr>
              <a:t>229</a:t>
            </a:r>
          </a:p>
        </p:txBody>
      </p:sp>
      <p:sp>
        <p:nvSpPr>
          <p:cNvPr id="144" name="TextBox 143">
            <a:extLst>
              <a:ext uri="{FF2B5EF4-FFF2-40B4-BE49-F238E27FC236}">
                <a16:creationId xmlns:a16="http://schemas.microsoft.com/office/drawing/2014/main" id="{EC3FEA02-2190-4DF1-916F-7ACD48F0B4C2}"/>
              </a:ext>
            </a:extLst>
          </p:cNvPr>
          <p:cNvSpPr txBox="1"/>
          <p:nvPr userDrawn="1"/>
        </p:nvSpPr>
        <p:spPr>
          <a:xfrm>
            <a:off x="6203979" y="2852903"/>
            <a:ext cx="1253995" cy="237066"/>
          </a:xfrm>
          <a:prstGeom prst="rect">
            <a:avLst/>
          </a:prstGeom>
          <a:noFill/>
        </p:spPr>
        <p:txBody>
          <a:bodyPr wrap="square" lIns="54610" tIns="54610" rIns="54610" bIns="54610" rtlCol="0" anchor="ctr">
            <a:noAutofit/>
          </a:bodyPr>
          <a:lstStyle/>
          <a:p>
            <a:pPr algn="l">
              <a:spcAft>
                <a:spcPts val="600"/>
              </a:spcAft>
            </a:pPr>
            <a:r>
              <a:rPr lang="en-GB" sz="1000" dirty="0"/>
              <a:t>Grey 3</a:t>
            </a:r>
          </a:p>
        </p:txBody>
      </p:sp>
      <p:sp>
        <p:nvSpPr>
          <p:cNvPr id="145" name="TextBox 144">
            <a:extLst>
              <a:ext uri="{FF2B5EF4-FFF2-40B4-BE49-F238E27FC236}">
                <a16:creationId xmlns:a16="http://schemas.microsoft.com/office/drawing/2014/main" id="{79E07AF7-FC15-4556-9563-C9C281FDA5F2}"/>
              </a:ext>
            </a:extLst>
          </p:cNvPr>
          <p:cNvSpPr txBox="1"/>
          <p:nvPr userDrawn="1"/>
        </p:nvSpPr>
        <p:spPr>
          <a:xfrm>
            <a:off x="6203979" y="1830789"/>
            <a:ext cx="1253995" cy="237066"/>
          </a:xfrm>
          <a:prstGeom prst="rect">
            <a:avLst/>
          </a:prstGeom>
          <a:noFill/>
        </p:spPr>
        <p:txBody>
          <a:bodyPr wrap="square" lIns="54610" tIns="54610" rIns="54610" bIns="54610" rtlCol="0" anchor="ctr">
            <a:noAutofit/>
          </a:bodyPr>
          <a:lstStyle/>
          <a:p>
            <a:pPr algn="l">
              <a:spcAft>
                <a:spcPts val="600"/>
              </a:spcAft>
            </a:pPr>
            <a:r>
              <a:rPr lang="en-GB" sz="1000" dirty="0"/>
              <a:t>Grey 1</a:t>
            </a:r>
          </a:p>
        </p:txBody>
      </p:sp>
      <p:sp>
        <p:nvSpPr>
          <p:cNvPr id="146" name="TextBox 145">
            <a:extLst>
              <a:ext uri="{FF2B5EF4-FFF2-40B4-BE49-F238E27FC236}">
                <a16:creationId xmlns:a16="http://schemas.microsoft.com/office/drawing/2014/main" id="{A121C6FF-8D6E-4436-A2DB-59B64FAD7076}"/>
              </a:ext>
            </a:extLst>
          </p:cNvPr>
          <p:cNvSpPr txBox="1"/>
          <p:nvPr userDrawn="1"/>
        </p:nvSpPr>
        <p:spPr>
          <a:xfrm>
            <a:off x="6203979" y="3363960"/>
            <a:ext cx="1253995" cy="237066"/>
          </a:xfrm>
          <a:prstGeom prst="rect">
            <a:avLst/>
          </a:prstGeom>
          <a:noFill/>
        </p:spPr>
        <p:txBody>
          <a:bodyPr wrap="square" lIns="54610" tIns="54610" rIns="54610" bIns="54610" rtlCol="0" anchor="ctr">
            <a:noAutofit/>
          </a:bodyPr>
          <a:lstStyle/>
          <a:p>
            <a:pPr algn="l">
              <a:spcAft>
                <a:spcPts val="600"/>
              </a:spcAft>
            </a:pPr>
            <a:r>
              <a:rPr lang="en-GB" sz="1000" dirty="0"/>
              <a:t>Grey 4</a:t>
            </a:r>
          </a:p>
        </p:txBody>
      </p:sp>
      <p:sp>
        <p:nvSpPr>
          <p:cNvPr id="147" name="TextBox 146">
            <a:extLst>
              <a:ext uri="{FF2B5EF4-FFF2-40B4-BE49-F238E27FC236}">
                <a16:creationId xmlns:a16="http://schemas.microsoft.com/office/drawing/2014/main" id="{BAED589B-5ED1-418C-9E67-338784BC8640}"/>
              </a:ext>
            </a:extLst>
          </p:cNvPr>
          <p:cNvSpPr txBox="1"/>
          <p:nvPr userDrawn="1"/>
        </p:nvSpPr>
        <p:spPr>
          <a:xfrm>
            <a:off x="6203979" y="3875017"/>
            <a:ext cx="1253995" cy="237066"/>
          </a:xfrm>
          <a:prstGeom prst="rect">
            <a:avLst/>
          </a:prstGeom>
          <a:noFill/>
        </p:spPr>
        <p:txBody>
          <a:bodyPr wrap="square" lIns="54610" tIns="54610" rIns="54610" bIns="54610" rtlCol="0" anchor="ctr">
            <a:noAutofit/>
          </a:bodyPr>
          <a:lstStyle/>
          <a:p>
            <a:pPr algn="l">
              <a:spcAft>
                <a:spcPts val="600"/>
              </a:spcAft>
            </a:pPr>
            <a:r>
              <a:rPr lang="en-GB" sz="1000" dirty="0"/>
              <a:t>Grey 5</a:t>
            </a:r>
          </a:p>
        </p:txBody>
      </p:sp>
      <p:sp>
        <p:nvSpPr>
          <p:cNvPr id="148" name="TextBox 147">
            <a:extLst>
              <a:ext uri="{FF2B5EF4-FFF2-40B4-BE49-F238E27FC236}">
                <a16:creationId xmlns:a16="http://schemas.microsoft.com/office/drawing/2014/main" id="{70D02553-48DF-4041-99A5-AA13C2DC2B44}"/>
              </a:ext>
            </a:extLst>
          </p:cNvPr>
          <p:cNvSpPr txBox="1"/>
          <p:nvPr userDrawn="1"/>
        </p:nvSpPr>
        <p:spPr>
          <a:xfrm>
            <a:off x="6203979" y="2341846"/>
            <a:ext cx="1253995" cy="237066"/>
          </a:xfrm>
          <a:prstGeom prst="rect">
            <a:avLst/>
          </a:prstGeom>
          <a:noFill/>
        </p:spPr>
        <p:txBody>
          <a:bodyPr wrap="square" lIns="54610" tIns="54610" rIns="54610" bIns="54610" rtlCol="0" anchor="ctr">
            <a:noAutofit/>
          </a:bodyPr>
          <a:lstStyle/>
          <a:p>
            <a:pPr algn="l">
              <a:spcAft>
                <a:spcPts val="600"/>
              </a:spcAft>
            </a:pPr>
            <a:r>
              <a:rPr lang="en-GB" sz="1000" dirty="0"/>
              <a:t>Grey 2</a:t>
            </a:r>
          </a:p>
        </p:txBody>
      </p:sp>
      <p:sp>
        <p:nvSpPr>
          <p:cNvPr id="149" name="Rectangle 148">
            <a:extLst>
              <a:ext uri="{FF2B5EF4-FFF2-40B4-BE49-F238E27FC236}">
                <a16:creationId xmlns:a16="http://schemas.microsoft.com/office/drawing/2014/main" id="{B4CDB103-522D-48EC-B8B2-A2E4667B4B76}"/>
              </a:ext>
            </a:extLst>
          </p:cNvPr>
          <p:cNvSpPr/>
          <p:nvPr userDrawn="1"/>
        </p:nvSpPr>
        <p:spPr>
          <a:xfrm>
            <a:off x="7170486" y="2656172"/>
            <a:ext cx="839614" cy="411225"/>
          </a:xfrm>
          <a:prstGeom prst="rect">
            <a:avLst/>
          </a:prstGeom>
          <a:gradFill>
            <a:gsLst>
              <a:gs pos="100000">
                <a:schemeClr val="accent1"/>
              </a:gs>
              <a:gs pos="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dirty="0">
              <a:solidFill>
                <a:schemeClr val="bg1"/>
              </a:solidFill>
            </a:endParaRPr>
          </a:p>
        </p:txBody>
      </p:sp>
      <p:sp>
        <p:nvSpPr>
          <p:cNvPr id="150" name="Rectangle 149">
            <a:extLst>
              <a:ext uri="{FF2B5EF4-FFF2-40B4-BE49-F238E27FC236}">
                <a16:creationId xmlns:a16="http://schemas.microsoft.com/office/drawing/2014/main" id="{1AFFBE6D-0AD2-4A35-9AA7-45A0FCB4A01F}"/>
              </a:ext>
            </a:extLst>
          </p:cNvPr>
          <p:cNvSpPr/>
          <p:nvPr userDrawn="1"/>
        </p:nvSpPr>
        <p:spPr>
          <a:xfrm>
            <a:off x="9170077" y="2656172"/>
            <a:ext cx="839614" cy="411225"/>
          </a:xfrm>
          <a:prstGeom prst="rect">
            <a:avLst/>
          </a:prstGeom>
          <a:gradFill>
            <a:gsLst>
              <a:gs pos="100000">
                <a:srgbClr val="ACEAFF"/>
              </a:gs>
              <a:gs pos="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dirty="0">
              <a:solidFill>
                <a:schemeClr val="bg1"/>
              </a:solidFill>
            </a:endParaRPr>
          </a:p>
        </p:txBody>
      </p:sp>
      <p:sp>
        <p:nvSpPr>
          <p:cNvPr id="151" name="TextBox 150">
            <a:extLst>
              <a:ext uri="{FF2B5EF4-FFF2-40B4-BE49-F238E27FC236}">
                <a16:creationId xmlns:a16="http://schemas.microsoft.com/office/drawing/2014/main" id="{ECFF6FFB-5D07-4250-BEF0-CDC882689078}"/>
              </a:ext>
            </a:extLst>
          </p:cNvPr>
          <p:cNvSpPr txBox="1"/>
          <p:nvPr userDrawn="1"/>
        </p:nvSpPr>
        <p:spPr>
          <a:xfrm>
            <a:off x="8028290" y="2743862"/>
            <a:ext cx="1568421" cy="237066"/>
          </a:xfrm>
          <a:prstGeom prst="rect">
            <a:avLst/>
          </a:prstGeom>
          <a:noFill/>
        </p:spPr>
        <p:txBody>
          <a:bodyPr wrap="square" lIns="54610" tIns="54610" rIns="54610" bIns="54610" rtlCol="0" anchor="ctr">
            <a:noAutofit/>
          </a:bodyPr>
          <a:lstStyle/>
          <a:p>
            <a:pPr algn="l">
              <a:spcAft>
                <a:spcPts val="600"/>
              </a:spcAft>
            </a:pPr>
            <a:r>
              <a:rPr lang="en-GB" sz="1000" dirty="0"/>
              <a:t>Purple/</a:t>
            </a:r>
            <a:br>
              <a:rPr lang="en-GB" sz="1000" dirty="0"/>
            </a:br>
            <a:r>
              <a:rPr lang="en-GB" sz="1000" dirty="0"/>
              <a:t>Cobalt gradient</a:t>
            </a:r>
          </a:p>
        </p:txBody>
      </p:sp>
      <p:sp>
        <p:nvSpPr>
          <p:cNvPr id="152" name="TextBox 151">
            <a:extLst>
              <a:ext uri="{FF2B5EF4-FFF2-40B4-BE49-F238E27FC236}">
                <a16:creationId xmlns:a16="http://schemas.microsoft.com/office/drawing/2014/main" id="{45965361-0B4C-4736-ACD2-BA200F28104F}"/>
              </a:ext>
            </a:extLst>
          </p:cNvPr>
          <p:cNvSpPr txBox="1"/>
          <p:nvPr userDrawn="1"/>
        </p:nvSpPr>
        <p:spPr>
          <a:xfrm>
            <a:off x="10053992" y="2743862"/>
            <a:ext cx="1287337" cy="237066"/>
          </a:xfrm>
          <a:prstGeom prst="rect">
            <a:avLst/>
          </a:prstGeom>
          <a:noFill/>
        </p:spPr>
        <p:txBody>
          <a:bodyPr wrap="square" lIns="54610" tIns="54610" rIns="54610" bIns="54610" rtlCol="0" anchor="ctr">
            <a:noAutofit/>
          </a:bodyPr>
          <a:lstStyle/>
          <a:p>
            <a:pPr algn="l">
              <a:spcAft>
                <a:spcPts val="600"/>
              </a:spcAft>
            </a:pPr>
            <a:r>
              <a:rPr lang="en-GB" sz="1000" dirty="0"/>
              <a:t>Pacific/</a:t>
            </a:r>
            <a:br>
              <a:rPr lang="en-GB" sz="1000" dirty="0"/>
            </a:br>
            <a:r>
              <a:rPr lang="en-GB" sz="1000" dirty="0"/>
              <a:t>Light Blue gradient</a:t>
            </a:r>
          </a:p>
        </p:txBody>
      </p:sp>
      <p:sp>
        <p:nvSpPr>
          <p:cNvPr id="153" name="TextBox 152">
            <a:extLst>
              <a:ext uri="{FF2B5EF4-FFF2-40B4-BE49-F238E27FC236}">
                <a16:creationId xmlns:a16="http://schemas.microsoft.com/office/drawing/2014/main" id="{BD735D06-416E-49AE-B073-B2BD1542A5DE}"/>
              </a:ext>
            </a:extLst>
          </p:cNvPr>
          <p:cNvSpPr txBox="1"/>
          <p:nvPr userDrawn="1"/>
        </p:nvSpPr>
        <p:spPr>
          <a:xfrm>
            <a:off x="7146554" y="1298952"/>
            <a:ext cx="4047046" cy="1269578"/>
          </a:xfrm>
          <a:prstGeom prst="rect">
            <a:avLst/>
          </a:prstGeom>
          <a:noFill/>
        </p:spPr>
        <p:txBody>
          <a:bodyPr wrap="square" lIns="0" tIns="0" rIns="0" bIns="0" rtlCol="0">
            <a:spAutoFit/>
          </a:bodyPr>
          <a:lstStyle/>
          <a:p>
            <a:pPr algn="l">
              <a:spcAft>
                <a:spcPts val="300"/>
              </a:spcAft>
            </a:pPr>
            <a:r>
              <a:rPr lang="en-US" sz="1000" b="1" dirty="0">
                <a:solidFill>
                  <a:sysClr val="windowText" lastClr="000000"/>
                </a:solidFill>
              </a:rPr>
              <a:t>Gradients</a:t>
            </a:r>
          </a:p>
          <a:p>
            <a:pPr marL="171450" indent="-171450" algn="l">
              <a:spcAft>
                <a:spcPts val="300"/>
              </a:spcAft>
              <a:buFont typeface="Arial" panose="020B0604020202020204" pitchFamily="34" charset="0"/>
              <a:buChar char="•"/>
            </a:pPr>
            <a:r>
              <a:rPr lang="en-GB" sz="1000" b="0" dirty="0">
                <a:solidFill>
                  <a:sysClr val="windowText" lastClr="000000"/>
                </a:solidFill>
              </a:rPr>
              <a:t>The colours are applied at both ends of the gradient, at 0% and 100% locations</a:t>
            </a:r>
          </a:p>
          <a:p>
            <a:pPr marL="171450" indent="-171450" algn="l">
              <a:spcAft>
                <a:spcPts val="300"/>
              </a:spcAft>
              <a:buFont typeface="Arial" panose="020B0604020202020204" pitchFamily="34" charset="0"/>
              <a:buChar char="•"/>
            </a:pPr>
            <a:r>
              <a:rPr lang="en-GB" sz="1000" b="0" dirty="0">
                <a:solidFill>
                  <a:sysClr val="windowText" lastClr="000000"/>
                </a:solidFill>
              </a:rPr>
              <a:t>The mid-point is at 50%</a:t>
            </a:r>
          </a:p>
          <a:p>
            <a:pPr marL="171450" indent="-171450" algn="l">
              <a:spcAft>
                <a:spcPts val="300"/>
              </a:spcAft>
              <a:buFont typeface="Arial" panose="020B0604020202020204" pitchFamily="34" charset="0"/>
              <a:buChar char="•"/>
            </a:pPr>
            <a:r>
              <a:rPr lang="en-GB" sz="1000" b="0" dirty="0">
                <a:solidFill>
                  <a:sysClr val="windowText" lastClr="000000"/>
                </a:solidFill>
              </a:rPr>
              <a:t>The gradients are used at a 0º angle</a:t>
            </a:r>
          </a:p>
          <a:p>
            <a:pPr marL="171450" indent="-171450" algn="l">
              <a:spcAft>
                <a:spcPts val="300"/>
              </a:spcAft>
              <a:buFont typeface="Arial" panose="020B0604020202020204" pitchFamily="34" charset="0"/>
              <a:buChar char="•"/>
            </a:pPr>
            <a:r>
              <a:rPr lang="en-GB" sz="1000" b="0" dirty="0">
                <a:solidFill>
                  <a:sysClr val="windowText" lastClr="000000"/>
                </a:solidFill>
              </a:rPr>
              <a:t>Use the linear gradient, never radial</a:t>
            </a:r>
          </a:p>
          <a:p>
            <a:pPr marL="171450" indent="-171450" algn="l">
              <a:spcAft>
                <a:spcPts val="300"/>
              </a:spcAft>
              <a:buFont typeface="Arial" panose="020B0604020202020204" pitchFamily="34" charset="0"/>
              <a:buChar char="•"/>
            </a:pPr>
            <a:r>
              <a:rPr lang="en-GB" sz="1000" b="0" dirty="0">
                <a:solidFill>
                  <a:sysClr val="windowText" lastClr="000000"/>
                </a:solidFill>
              </a:rPr>
              <a:t>Do not create new gradients; use only the gradients shown here</a:t>
            </a:r>
            <a:endParaRPr lang="en-US" sz="1000" b="0" dirty="0">
              <a:solidFill>
                <a:sysClr val="windowText" lastClr="000000"/>
              </a:solidFill>
            </a:endParaRPr>
          </a:p>
        </p:txBody>
      </p:sp>
      <p:sp>
        <p:nvSpPr>
          <p:cNvPr id="154" name="Rectangle 153">
            <a:extLst>
              <a:ext uri="{FF2B5EF4-FFF2-40B4-BE49-F238E27FC236}">
                <a16:creationId xmlns:a16="http://schemas.microsoft.com/office/drawing/2014/main" id="{1152E5F7-E4BB-49DE-8133-604EB4B4E189}"/>
              </a:ext>
            </a:extLst>
          </p:cNvPr>
          <p:cNvSpPr/>
          <p:nvPr userDrawn="1"/>
        </p:nvSpPr>
        <p:spPr>
          <a:xfrm>
            <a:off x="5225411" y="4304594"/>
            <a:ext cx="839614" cy="41122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tx1"/>
                </a:solidFill>
              </a:rPr>
              <a:t>255</a:t>
            </a:r>
          </a:p>
          <a:p>
            <a:pPr algn="ctr"/>
            <a:r>
              <a:rPr lang="en-GB" sz="800" dirty="0">
                <a:solidFill>
                  <a:schemeClr val="tx1"/>
                </a:solidFill>
              </a:rPr>
              <a:t>255</a:t>
            </a:r>
          </a:p>
          <a:p>
            <a:pPr algn="ctr"/>
            <a:r>
              <a:rPr lang="en-GB" sz="800" dirty="0">
                <a:solidFill>
                  <a:schemeClr val="tx1"/>
                </a:solidFill>
              </a:rPr>
              <a:t>255</a:t>
            </a:r>
          </a:p>
        </p:txBody>
      </p:sp>
      <p:sp>
        <p:nvSpPr>
          <p:cNvPr id="155" name="TextBox 154">
            <a:extLst>
              <a:ext uri="{FF2B5EF4-FFF2-40B4-BE49-F238E27FC236}">
                <a16:creationId xmlns:a16="http://schemas.microsoft.com/office/drawing/2014/main" id="{61D0619E-06B9-4925-A111-7A7045172CD7}"/>
              </a:ext>
            </a:extLst>
          </p:cNvPr>
          <p:cNvSpPr txBox="1"/>
          <p:nvPr userDrawn="1"/>
        </p:nvSpPr>
        <p:spPr>
          <a:xfrm>
            <a:off x="6197184" y="4389395"/>
            <a:ext cx="1253995" cy="237066"/>
          </a:xfrm>
          <a:prstGeom prst="rect">
            <a:avLst/>
          </a:prstGeom>
          <a:noFill/>
        </p:spPr>
        <p:txBody>
          <a:bodyPr wrap="square" lIns="54610" tIns="54610" rIns="54610" bIns="54610" rtlCol="0" anchor="ctr">
            <a:noAutofit/>
          </a:bodyPr>
          <a:lstStyle/>
          <a:p>
            <a:pPr algn="l">
              <a:spcAft>
                <a:spcPts val="600"/>
              </a:spcAft>
            </a:pPr>
            <a:r>
              <a:rPr lang="en-GB" sz="1000" dirty="0"/>
              <a:t>White</a:t>
            </a:r>
          </a:p>
        </p:txBody>
      </p:sp>
      <p:sp>
        <p:nvSpPr>
          <p:cNvPr id="156" name="TextBox 155">
            <a:extLst>
              <a:ext uri="{FF2B5EF4-FFF2-40B4-BE49-F238E27FC236}">
                <a16:creationId xmlns:a16="http://schemas.microsoft.com/office/drawing/2014/main" id="{C3D18832-9992-4165-B210-08BEC15E389B}"/>
              </a:ext>
            </a:extLst>
          </p:cNvPr>
          <p:cNvSpPr txBox="1"/>
          <p:nvPr userDrawn="1"/>
        </p:nvSpPr>
        <p:spPr>
          <a:xfrm>
            <a:off x="7146554" y="3336981"/>
            <a:ext cx="1194238" cy="153888"/>
          </a:xfrm>
          <a:prstGeom prst="rect">
            <a:avLst/>
          </a:prstGeom>
          <a:noFill/>
        </p:spPr>
        <p:txBody>
          <a:bodyPr wrap="none" lIns="0" tIns="0" rIns="0" bIns="0" rtlCol="0">
            <a:noAutofit/>
          </a:bodyPr>
          <a:lstStyle/>
          <a:p>
            <a:pPr algn="l">
              <a:spcAft>
                <a:spcPts val="600"/>
              </a:spcAft>
            </a:pPr>
            <a:r>
              <a:rPr lang="en-US" sz="1000" b="1" dirty="0">
                <a:solidFill>
                  <a:sysClr val="windowText" lastClr="000000"/>
                </a:solidFill>
              </a:rPr>
              <a:t>Traffic Light Palette</a:t>
            </a:r>
            <a:endParaRPr lang="en-US" sz="1000" b="0" dirty="0">
              <a:solidFill>
                <a:sysClr val="windowText" lastClr="000000"/>
              </a:solidFill>
            </a:endParaRPr>
          </a:p>
        </p:txBody>
      </p:sp>
      <p:sp>
        <p:nvSpPr>
          <p:cNvPr id="157" name="Rectangle 156">
            <a:extLst>
              <a:ext uri="{FF2B5EF4-FFF2-40B4-BE49-F238E27FC236}">
                <a16:creationId xmlns:a16="http://schemas.microsoft.com/office/drawing/2014/main" id="{7040BA31-C745-42A6-A259-274FCB782455}"/>
              </a:ext>
            </a:extLst>
          </p:cNvPr>
          <p:cNvSpPr>
            <a:spLocks/>
          </p:cNvSpPr>
          <p:nvPr userDrawn="1"/>
        </p:nvSpPr>
        <p:spPr>
          <a:xfrm>
            <a:off x="9353776" y="3589581"/>
            <a:ext cx="839614" cy="411225"/>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38</a:t>
            </a:r>
          </a:p>
          <a:p>
            <a:pPr algn="ctr"/>
            <a:r>
              <a:rPr lang="en-GB" sz="800" dirty="0">
                <a:solidFill>
                  <a:schemeClr val="bg1"/>
                </a:solidFill>
              </a:rPr>
              <a:t>153</a:t>
            </a:r>
          </a:p>
          <a:p>
            <a:pPr algn="ctr"/>
            <a:r>
              <a:rPr lang="en-GB" sz="800" dirty="0">
                <a:solidFill>
                  <a:schemeClr val="bg1"/>
                </a:solidFill>
              </a:rPr>
              <a:t>36</a:t>
            </a:r>
          </a:p>
        </p:txBody>
      </p:sp>
      <p:sp>
        <p:nvSpPr>
          <p:cNvPr id="158" name="Rectangle 157">
            <a:extLst>
              <a:ext uri="{FF2B5EF4-FFF2-40B4-BE49-F238E27FC236}">
                <a16:creationId xmlns:a16="http://schemas.microsoft.com/office/drawing/2014/main" id="{4B99DDBE-6433-4638-B539-0E6CBDCEE9CC}"/>
              </a:ext>
            </a:extLst>
          </p:cNvPr>
          <p:cNvSpPr>
            <a:spLocks/>
          </p:cNvSpPr>
          <p:nvPr userDrawn="1"/>
        </p:nvSpPr>
        <p:spPr>
          <a:xfrm>
            <a:off x="8262131" y="3589581"/>
            <a:ext cx="839614" cy="411225"/>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241</a:t>
            </a:r>
          </a:p>
          <a:p>
            <a:pPr algn="ctr"/>
            <a:r>
              <a:rPr lang="en-GB" sz="800" dirty="0">
                <a:solidFill>
                  <a:schemeClr val="bg1"/>
                </a:solidFill>
              </a:rPr>
              <a:t>196</a:t>
            </a:r>
          </a:p>
          <a:p>
            <a:pPr algn="ctr"/>
            <a:r>
              <a:rPr lang="en-GB" sz="800" dirty="0">
                <a:solidFill>
                  <a:schemeClr val="bg1"/>
                </a:solidFill>
              </a:rPr>
              <a:t>77</a:t>
            </a:r>
          </a:p>
        </p:txBody>
      </p:sp>
      <p:sp>
        <p:nvSpPr>
          <p:cNvPr id="159" name="Rectangle 158">
            <a:extLst>
              <a:ext uri="{FF2B5EF4-FFF2-40B4-BE49-F238E27FC236}">
                <a16:creationId xmlns:a16="http://schemas.microsoft.com/office/drawing/2014/main" id="{3A6351DC-3B01-4037-880C-C8E795F7B06E}"/>
              </a:ext>
            </a:extLst>
          </p:cNvPr>
          <p:cNvSpPr>
            <a:spLocks/>
          </p:cNvSpPr>
          <p:nvPr userDrawn="1"/>
        </p:nvSpPr>
        <p:spPr>
          <a:xfrm>
            <a:off x="7170486" y="3589581"/>
            <a:ext cx="839614" cy="411225"/>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237</a:t>
            </a:r>
          </a:p>
          <a:p>
            <a:pPr algn="ctr"/>
            <a:r>
              <a:rPr lang="en-GB" sz="800" dirty="0">
                <a:solidFill>
                  <a:schemeClr val="bg1"/>
                </a:solidFill>
              </a:rPr>
              <a:t>33</a:t>
            </a:r>
          </a:p>
          <a:p>
            <a:pPr algn="ctr"/>
            <a:r>
              <a:rPr lang="en-GB" sz="800" dirty="0">
                <a:solidFill>
                  <a:schemeClr val="bg1"/>
                </a:solidFill>
              </a:rPr>
              <a:t>36</a:t>
            </a:r>
          </a:p>
        </p:txBody>
      </p:sp>
      <p:sp>
        <p:nvSpPr>
          <p:cNvPr id="160" name="TextBox 159">
            <a:extLst>
              <a:ext uri="{FF2B5EF4-FFF2-40B4-BE49-F238E27FC236}">
                <a16:creationId xmlns:a16="http://schemas.microsoft.com/office/drawing/2014/main" id="{635214C5-4BAA-4A50-9320-5CB0DF83257E}"/>
              </a:ext>
            </a:extLst>
          </p:cNvPr>
          <p:cNvSpPr txBox="1"/>
          <p:nvPr userDrawn="1"/>
        </p:nvSpPr>
        <p:spPr>
          <a:xfrm>
            <a:off x="7146553" y="4285684"/>
            <a:ext cx="4159622" cy="626317"/>
          </a:xfrm>
          <a:prstGeom prst="rect">
            <a:avLst/>
          </a:prstGeom>
          <a:noFill/>
        </p:spPr>
        <p:txBody>
          <a:bodyPr wrap="square" lIns="0" tIns="0" rIns="0" bIns="0" rtlCol="0">
            <a:noAutofit/>
          </a:bodyPr>
          <a:lstStyle/>
          <a:p>
            <a:pPr algn="l">
              <a:spcAft>
                <a:spcPts val="600"/>
              </a:spcAft>
            </a:pPr>
            <a:r>
              <a:rPr lang="en-US" sz="1000" b="1" dirty="0">
                <a:solidFill>
                  <a:sysClr val="windowText" lastClr="000000"/>
                </a:solidFill>
              </a:rPr>
              <a:t>Potential chart colour order</a:t>
            </a:r>
          </a:p>
          <a:p>
            <a:pPr marL="171450" indent="-171450" algn="l">
              <a:spcAft>
                <a:spcPts val="300"/>
              </a:spcAft>
              <a:buFont typeface="Arial" panose="020B0604020202020204" pitchFamily="34" charset="0"/>
              <a:buChar char="•"/>
            </a:pPr>
            <a:r>
              <a:rPr lang="en-US" sz="1000" b="0" dirty="0">
                <a:solidFill>
                  <a:sysClr val="windowText" lastClr="000000"/>
                </a:solidFill>
              </a:rPr>
              <a:t>Prioritize our blues, but they don’t have to be used all at once</a:t>
            </a:r>
          </a:p>
          <a:p>
            <a:pPr marL="171450" indent="-171450" algn="l">
              <a:spcAft>
                <a:spcPts val="300"/>
              </a:spcAft>
              <a:buFont typeface="Arial" panose="020B0604020202020204" pitchFamily="34" charset="0"/>
              <a:buChar char="•"/>
            </a:pPr>
            <a:r>
              <a:rPr lang="en-US" sz="1000" b="0" dirty="0">
                <a:solidFill>
                  <a:sysClr val="windowText" lastClr="000000"/>
                </a:solidFill>
              </a:rPr>
              <a:t>Mix light, mid and dark tones within data sets</a:t>
            </a:r>
          </a:p>
        </p:txBody>
      </p:sp>
      <p:cxnSp>
        <p:nvCxnSpPr>
          <p:cNvPr id="161" name="Straight Connector 160">
            <a:extLst>
              <a:ext uri="{FF2B5EF4-FFF2-40B4-BE49-F238E27FC236}">
                <a16:creationId xmlns:a16="http://schemas.microsoft.com/office/drawing/2014/main" id="{DFD4867A-1A92-421F-8657-C66FC828DC3F}"/>
              </a:ext>
            </a:extLst>
          </p:cNvPr>
          <p:cNvCxnSpPr/>
          <p:nvPr userDrawn="1"/>
        </p:nvCxnSpPr>
        <p:spPr>
          <a:xfrm>
            <a:off x="7170486" y="324260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55583A41-2319-41CD-ABFA-0207054AA3EE}"/>
              </a:ext>
            </a:extLst>
          </p:cNvPr>
          <p:cNvCxnSpPr/>
          <p:nvPr userDrawn="1"/>
        </p:nvCxnSpPr>
        <p:spPr>
          <a:xfrm>
            <a:off x="7170486" y="417664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63" name="Group 162">
            <a:extLst>
              <a:ext uri="{FF2B5EF4-FFF2-40B4-BE49-F238E27FC236}">
                <a16:creationId xmlns:a16="http://schemas.microsoft.com/office/drawing/2014/main" id="{F716E007-E231-43B7-9A32-74352F6D3DD6}"/>
              </a:ext>
            </a:extLst>
          </p:cNvPr>
          <p:cNvGrpSpPr/>
          <p:nvPr userDrawn="1"/>
        </p:nvGrpSpPr>
        <p:grpSpPr>
          <a:xfrm>
            <a:off x="7170486" y="5015319"/>
            <a:ext cx="4023114" cy="868052"/>
            <a:chOff x="6942744" y="5227726"/>
            <a:chExt cx="6397168" cy="1380293"/>
          </a:xfrm>
        </p:grpSpPr>
        <p:sp>
          <p:nvSpPr>
            <p:cNvPr id="164" name="Rectangle 163">
              <a:extLst>
                <a:ext uri="{FF2B5EF4-FFF2-40B4-BE49-F238E27FC236}">
                  <a16:creationId xmlns:a16="http://schemas.microsoft.com/office/drawing/2014/main" id="{993A69B1-BDE3-4C42-8222-8BEB1EAE80F0}"/>
                </a:ext>
              </a:extLst>
            </p:cNvPr>
            <p:cNvSpPr/>
            <p:nvPr userDrawn="1"/>
          </p:nvSpPr>
          <p:spPr>
            <a:xfrm>
              <a:off x="8821942" y="5227726"/>
              <a:ext cx="759576" cy="592341"/>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30</a:t>
              </a:r>
            </a:p>
            <a:p>
              <a:pPr algn="ctr"/>
              <a:r>
                <a:rPr lang="en-GB" sz="800" dirty="0">
                  <a:solidFill>
                    <a:schemeClr val="bg1"/>
                  </a:solidFill>
                </a:rPr>
                <a:t>73</a:t>
              </a:r>
            </a:p>
            <a:p>
              <a:pPr algn="ctr"/>
              <a:r>
                <a:rPr lang="en-GB" sz="800" dirty="0">
                  <a:solidFill>
                    <a:schemeClr val="bg1"/>
                  </a:solidFill>
                </a:rPr>
                <a:t>226</a:t>
              </a:r>
            </a:p>
          </p:txBody>
        </p:sp>
        <p:sp>
          <p:nvSpPr>
            <p:cNvPr id="165" name="Rectangle 164">
              <a:extLst>
                <a:ext uri="{FF2B5EF4-FFF2-40B4-BE49-F238E27FC236}">
                  <a16:creationId xmlns:a16="http://schemas.microsoft.com/office/drawing/2014/main" id="{7255A4EC-419D-4153-BB31-DD7B5550239F}"/>
                </a:ext>
              </a:extLst>
            </p:cNvPr>
            <p:cNvSpPr/>
            <p:nvPr userDrawn="1"/>
          </p:nvSpPr>
          <p:spPr>
            <a:xfrm>
              <a:off x="6942744" y="5227726"/>
              <a:ext cx="759576" cy="592341"/>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51</a:t>
              </a:r>
            </a:p>
            <a:p>
              <a:pPr algn="ctr"/>
              <a:r>
                <a:rPr lang="en-GB" sz="800" dirty="0">
                  <a:solidFill>
                    <a:schemeClr val="bg1"/>
                  </a:solidFill>
                </a:rPr>
                <a:t>141</a:t>
              </a:r>
            </a:p>
          </p:txBody>
        </p:sp>
        <p:sp>
          <p:nvSpPr>
            <p:cNvPr id="166" name="Rectangle 165">
              <a:extLst>
                <a:ext uri="{FF2B5EF4-FFF2-40B4-BE49-F238E27FC236}">
                  <a16:creationId xmlns:a16="http://schemas.microsoft.com/office/drawing/2014/main" id="{17499C6E-1341-4B85-A716-6F2ADD3B6014}"/>
                </a:ext>
              </a:extLst>
            </p:cNvPr>
            <p:cNvSpPr/>
            <p:nvPr userDrawn="1"/>
          </p:nvSpPr>
          <p:spPr>
            <a:xfrm>
              <a:off x="9761541" y="5227726"/>
              <a:ext cx="759576" cy="592341"/>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118</a:t>
              </a:r>
            </a:p>
            <a:p>
              <a:pPr algn="ctr"/>
              <a:r>
                <a:rPr lang="en-GB" sz="800" dirty="0">
                  <a:solidFill>
                    <a:sysClr val="windowText" lastClr="000000"/>
                  </a:solidFill>
                </a:rPr>
                <a:t>210</a:t>
              </a:r>
            </a:p>
            <a:p>
              <a:pPr algn="ctr"/>
              <a:r>
                <a:rPr lang="en-GB" sz="800" dirty="0">
                  <a:solidFill>
                    <a:sysClr val="windowText" lastClr="000000"/>
                  </a:solidFill>
                </a:rPr>
                <a:t>255</a:t>
              </a:r>
            </a:p>
          </p:txBody>
        </p:sp>
        <p:sp>
          <p:nvSpPr>
            <p:cNvPr id="167" name="Rectangle 166">
              <a:extLst>
                <a:ext uri="{FF2B5EF4-FFF2-40B4-BE49-F238E27FC236}">
                  <a16:creationId xmlns:a16="http://schemas.microsoft.com/office/drawing/2014/main" id="{F6237983-6574-4DDE-8B7D-5ECAE423FDE4}"/>
                </a:ext>
              </a:extLst>
            </p:cNvPr>
            <p:cNvSpPr/>
            <p:nvPr userDrawn="1"/>
          </p:nvSpPr>
          <p:spPr>
            <a:xfrm>
              <a:off x="11640737" y="5227726"/>
              <a:ext cx="759576" cy="592341"/>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180</a:t>
              </a:r>
            </a:p>
            <a:p>
              <a:pPr algn="ctr"/>
              <a:r>
                <a:rPr lang="en-GB" sz="800" dirty="0">
                  <a:solidFill>
                    <a:schemeClr val="bg1"/>
                  </a:solidFill>
                </a:rPr>
                <a:t>151</a:t>
              </a:r>
            </a:p>
            <a:p>
              <a:pPr algn="ctr"/>
              <a:r>
                <a:rPr lang="en-GB" sz="800" dirty="0">
                  <a:solidFill>
                    <a:schemeClr val="bg1"/>
                  </a:solidFill>
                </a:rPr>
                <a:t>255</a:t>
              </a:r>
            </a:p>
          </p:txBody>
        </p:sp>
        <p:sp>
          <p:nvSpPr>
            <p:cNvPr id="168" name="Rectangle 167">
              <a:extLst>
                <a:ext uri="{FF2B5EF4-FFF2-40B4-BE49-F238E27FC236}">
                  <a16:creationId xmlns:a16="http://schemas.microsoft.com/office/drawing/2014/main" id="{37A4F0A7-B94F-4F52-B517-956195BC3A9D}"/>
                </a:ext>
              </a:extLst>
            </p:cNvPr>
            <p:cNvSpPr/>
            <p:nvPr userDrawn="1"/>
          </p:nvSpPr>
          <p:spPr>
            <a:xfrm>
              <a:off x="8821942" y="6015678"/>
              <a:ext cx="759576" cy="592341"/>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253</a:t>
              </a:r>
            </a:p>
            <a:p>
              <a:pPr algn="ctr"/>
              <a:r>
                <a:rPr lang="en-GB" sz="800" dirty="0">
                  <a:solidFill>
                    <a:schemeClr val="bg1"/>
                  </a:solidFill>
                </a:rPr>
                <a:t>52</a:t>
              </a:r>
            </a:p>
            <a:p>
              <a:pPr algn="ctr"/>
              <a:r>
                <a:rPr lang="en-GB" sz="800" dirty="0">
                  <a:solidFill>
                    <a:schemeClr val="bg1"/>
                  </a:solidFill>
                </a:rPr>
                <a:t>156</a:t>
              </a:r>
            </a:p>
          </p:txBody>
        </p:sp>
        <p:sp>
          <p:nvSpPr>
            <p:cNvPr id="169" name="Rectangle 168">
              <a:extLst>
                <a:ext uri="{FF2B5EF4-FFF2-40B4-BE49-F238E27FC236}">
                  <a16:creationId xmlns:a16="http://schemas.microsoft.com/office/drawing/2014/main" id="{6EDD5B52-450F-4A6A-AD15-F7461342565E}"/>
                </a:ext>
              </a:extLst>
            </p:cNvPr>
            <p:cNvSpPr/>
            <p:nvPr userDrawn="1"/>
          </p:nvSpPr>
          <p:spPr>
            <a:xfrm>
              <a:off x="10701139" y="5227726"/>
              <a:ext cx="759576" cy="592341"/>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114</a:t>
              </a:r>
            </a:p>
            <a:p>
              <a:pPr algn="ctr"/>
              <a:r>
                <a:rPr lang="en-GB" sz="800" dirty="0">
                  <a:solidFill>
                    <a:schemeClr val="bg1"/>
                  </a:solidFill>
                </a:rPr>
                <a:t>19</a:t>
              </a:r>
            </a:p>
            <a:p>
              <a:pPr algn="ctr"/>
              <a:r>
                <a:rPr lang="en-GB" sz="800" dirty="0">
                  <a:solidFill>
                    <a:schemeClr val="bg1"/>
                  </a:solidFill>
                </a:rPr>
                <a:t>234</a:t>
              </a:r>
            </a:p>
          </p:txBody>
        </p:sp>
        <p:sp>
          <p:nvSpPr>
            <p:cNvPr id="170" name="Rectangle 169">
              <a:extLst>
                <a:ext uri="{FF2B5EF4-FFF2-40B4-BE49-F238E27FC236}">
                  <a16:creationId xmlns:a16="http://schemas.microsoft.com/office/drawing/2014/main" id="{27FF7FCC-29A0-455E-84EC-39437F27557C}"/>
                </a:ext>
              </a:extLst>
            </p:cNvPr>
            <p:cNvSpPr/>
            <p:nvPr userDrawn="1"/>
          </p:nvSpPr>
          <p:spPr>
            <a:xfrm>
              <a:off x="9761541" y="6015678"/>
              <a:ext cx="759576" cy="592341"/>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255</a:t>
              </a:r>
            </a:p>
            <a:p>
              <a:pPr algn="ctr"/>
              <a:r>
                <a:rPr lang="en-GB" sz="800" dirty="0">
                  <a:solidFill>
                    <a:schemeClr val="bg1"/>
                  </a:solidFill>
                </a:rPr>
                <a:t>163</a:t>
              </a:r>
            </a:p>
            <a:p>
              <a:pPr algn="ctr"/>
              <a:r>
                <a:rPr lang="en-GB" sz="800" dirty="0">
                  <a:solidFill>
                    <a:schemeClr val="bg1"/>
                  </a:solidFill>
                </a:rPr>
                <a:t>218</a:t>
              </a:r>
            </a:p>
          </p:txBody>
        </p:sp>
        <p:sp>
          <p:nvSpPr>
            <p:cNvPr id="171" name="Rectangle 170">
              <a:extLst>
                <a:ext uri="{FF2B5EF4-FFF2-40B4-BE49-F238E27FC236}">
                  <a16:creationId xmlns:a16="http://schemas.microsoft.com/office/drawing/2014/main" id="{2E6838E0-8BFD-4698-828A-22B4A7BF89D4}"/>
                </a:ext>
              </a:extLst>
            </p:cNvPr>
            <p:cNvSpPr/>
            <p:nvPr userDrawn="1"/>
          </p:nvSpPr>
          <p:spPr>
            <a:xfrm>
              <a:off x="6942744" y="6015678"/>
              <a:ext cx="759576" cy="592341"/>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192</a:t>
              </a:r>
            </a:p>
            <a:p>
              <a:pPr algn="ctr"/>
              <a:r>
                <a:rPr lang="en-GB" sz="800" dirty="0">
                  <a:solidFill>
                    <a:schemeClr val="bg1"/>
                  </a:solidFill>
                </a:rPr>
                <a:t>174</a:t>
              </a:r>
            </a:p>
          </p:txBody>
        </p:sp>
        <p:sp>
          <p:nvSpPr>
            <p:cNvPr id="172" name="Rectangle 171">
              <a:extLst>
                <a:ext uri="{FF2B5EF4-FFF2-40B4-BE49-F238E27FC236}">
                  <a16:creationId xmlns:a16="http://schemas.microsoft.com/office/drawing/2014/main" id="{5EA6844A-1DD6-45EA-BC17-B49049C22187}"/>
                </a:ext>
              </a:extLst>
            </p:cNvPr>
            <p:cNvSpPr/>
            <p:nvPr userDrawn="1"/>
          </p:nvSpPr>
          <p:spPr>
            <a:xfrm>
              <a:off x="12580336" y="6015678"/>
              <a:ext cx="759576" cy="592341"/>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99</a:t>
              </a:r>
            </a:p>
            <a:p>
              <a:pPr algn="ctr"/>
              <a:r>
                <a:rPr lang="en-GB" sz="800" dirty="0">
                  <a:solidFill>
                    <a:sysClr val="windowText" lastClr="000000"/>
                  </a:solidFill>
                </a:rPr>
                <a:t>235</a:t>
              </a:r>
            </a:p>
            <a:p>
              <a:pPr algn="ctr"/>
              <a:r>
                <a:rPr lang="en-GB" sz="800" dirty="0">
                  <a:solidFill>
                    <a:sysClr val="windowText" lastClr="000000"/>
                  </a:solidFill>
                </a:rPr>
                <a:t>218</a:t>
              </a:r>
            </a:p>
          </p:txBody>
        </p:sp>
        <p:sp>
          <p:nvSpPr>
            <p:cNvPr id="173" name="Rectangle 172">
              <a:extLst>
                <a:ext uri="{FF2B5EF4-FFF2-40B4-BE49-F238E27FC236}">
                  <a16:creationId xmlns:a16="http://schemas.microsoft.com/office/drawing/2014/main" id="{1C9B77D1-2A50-44ED-9004-8C5D7C896235}"/>
                </a:ext>
              </a:extLst>
            </p:cNvPr>
            <p:cNvSpPr/>
            <p:nvPr userDrawn="1"/>
          </p:nvSpPr>
          <p:spPr>
            <a:xfrm>
              <a:off x="7882343" y="5227726"/>
              <a:ext cx="759576" cy="592341"/>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184</a:t>
              </a:r>
            </a:p>
            <a:p>
              <a:pPr algn="ctr"/>
              <a:r>
                <a:rPr lang="en-GB" sz="800" dirty="0">
                  <a:solidFill>
                    <a:schemeClr val="bg1"/>
                  </a:solidFill>
                </a:rPr>
                <a:t>245</a:t>
              </a:r>
            </a:p>
          </p:txBody>
        </p:sp>
        <p:sp>
          <p:nvSpPr>
            <p:cNvPr id="174" name="Rectangle 173">
              <a:extLst>
                <a:ext uri="{FF2B5EF4-FFF2-40B4-BE49-F238E27FC236}">
                  <a16:creationId xmlns:a16="http://schemas.microsoft.com/office/drawing/2014/main" id="{7E153590-9818-4057-9DE6-89D8FEE4BAAA}"/>
                </a:ext>
              </a:extLst>
            </p:cNvPr>
            <p:cNvSpPr/>
            <p:nvPr userDrawn="1"/>
          </p:nvSpPr>
          <p:spPr>
            <a:xfrm>
              <a:off x="11640737" y="6015678"/>
              <a:ext cx="759576" cy="592341"/>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81</a:t>
              </a:r>
            </a:p>
            <a:p>
              <a:pPr algn="ctr"/>
              <a:r>
                <a:rPr lang="en-GB" sz="800" dirty="0">
                  <a:solidFill>
                    <a:schemeClr val="bg1"/>
                  </a:solidFill>
                </a:rPr>
                <a:t>13</a:t>
              </a:r>
            </a:p>
            <a:p>
              <a:pPr algn="ctr"/>
              <a:r>
                <a:rPr lang="en-GB" sz="800" dirty="0">
                  <a:solidFill>
                    <a:schemeClr val="bg1"/>
                  </a:solidFill>
                </a:rPr>
                <a:t>188</a:t>
              </a:r>
            </a:p>
          </p:txBody>
        </p:sp>
        <p:sp>
          <p:nvSpPr>
            <p:cNvPr id="175" name="Rectangle 174">
              <a:extLst>
                <a:ext uri="{FF2B5EF4-FFF2-40B4-BE49-F238E27FC236}">
                  <a16:creationId xmlns:a16="http://schemas.microsoft.com/office/drawing/2014/main" id="{56A2AB59-49D2-4E6A-BE03-C2AED59B9022}"/>
                </a:ext>
              </a:extLst>
            </p:cNvPr>
            <p:cNvSpPr/>
            <p:nvPr userDrawn="1"/>
          </p:nvSpPr>
          <p:spPr>
            <a:xfrm>
              <a:off x="12580336" y="5227726"/>
              <a:ext cx="759576" cy="592341"/>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9</a:t>
              </a:r>
            </a:p>
            <a:p>
              <a:pPr algn="ctr"/>
              <a:r>
                <a:rPr lang="en-GB" sz="800" dirty="0">
                  <a:solidFill>
                    <a:schemeClr val="bg1"/>
                  </a:solidFill>
                </a:rPr>
                <a:t>142</a:t>
              </a:r>
            </a:p>
            <a:p>
              <a:pPr algn="ctr"/>
              <a:r>
                <a:rPr lang="en-GB" sz="800" dirty="0">
                  <a:solidFill>
                    <a:schemeClr val="bg1"/>
                  </a:solidFill>
                </a:rPr>
                <a:t>126</a:t>
              </a:r>
            </a:p>
          </p:txBody>
        </p:sp>
        <p:sp>
          <p:nvSpPr>
            <p:cNvPr id="176" name="Rectangle 175">
              <a:extLst>
                <a:ext uri="{FF2B5EF4-FFF2-40B4-BE49-F238E27FC236}">
                  <a16:creationId xmlns:a16="http://schemas.microsoft.com/office/drawing/2014/main" id="{B989E093-335D-4E16-97F4-562E934C8AFB}"/>
                </a:ext>
              </a:extLst>
            </p:cNvPr>
            <p:cNvSpPr/>
            <p:nvPr userDrawn="1"/>
          </p:nvSpPr>
          <p:spPr>
            <a:xfrm>
              <a:off x="10701139" y="6015678"/>
              <a:ext cx="759576" cy="592341"/>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102</a:t>
              </a:r>
            </a:p>
            <a:p>
              <a:pPr algn="ctr"/>
              <a:r>
                <a:rPr lang="en-GB" sz="800" dirty="0">
                  <a:solidFill>
                    <a:schemeClr val="bg1"/>
                  </a:solidFill>
                </a:rPr>
                <a:t>102</a:t>
              </a:r>
            </a:p>
            <a:p>
              <a:pPr algn="ctr"/>
              <a:r>
                <a:rPr lang="en-GB" sz="800" dirty="0">
                  <a:solidFill>
                    <a:schemeClr val="bg1"/>
                  </a:solidFill>
                </a:rPr>
                <a:t>102</a:t>
              </a:r>
            </a:p>
          </p:txBody>
        </p:sp>
        <p:sp>
          <p:nvSpPr>
            <p:cNvPr id="177" name="Rectangle 176">
              <a:extLst>
                <a:ext uri="{FF2B5EF4-FFF2-40B4-BE49-F238E27FC236}">
                  <a16:creationId xmlns:a16="http://schemas.microsoft.com/office/drawing/2014/main" id="{64956687-528B-4CB8-A625-4745C97369CE}"/>
                </a:ext>
              </a:extLst>
            </p:cNvPr>
            <p:cNvSpPr/>
            <p:nvPr userDrawn="1"/>
          </p:nvSpPr>
          <p:spPr>
            <a:xfrm>
              <a:off x="7882343" y="6015678"/>
              <a:ext cx="759576" cy="592341"/>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171</a:t>
              </a:r>
            </a:p>
            <a:p>
              <a:pPr algn="ctr"/>
              <a:r>
                <a:rPr lang="en-GB" sz="800" dirty="0">
                  <a:solidFill>
                    <a:schemeClr val="bg1"/>
                  </a:solidFill>
                </a:rPr>
                <a:t>13</a:t>
              </a:r>
            </a:p>
            <a:p>
              <a:pPr algn="ctr"/>
              <a:r>
                <a:rPr lang="en-GB" sz="800" dirty="0">
                  <a:solidFill>
                    <a:schemeClr val="bg1"/>
                  </a:solidFill>
                </a:rPr>
                <a:t>130</a:t>
              </a:r>
            </a:p>
          </p:txBody>
        </p:sp>
      </p:grpSp>
    </p:spTree>
    <p:extLst>
      <p:ext uri="{BB962C8B-B14F-4D97-AF65-F5344CB8AC3E}">
        <p14:creationId xmlns:p14="http://schemas.microsoft.com/office/powerpoint/2010/main" val="1656941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ags" Target="../tags/tag3.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Box 24">
            <a:extLst>
              <a:ext uri="{C183D7F6-B498-43B3-948B-1728B52AA6E4}">
                <adec:decorative xmlns:adec="http://schemas.microsoft.com/office/drawing/2017/decorative" val="0"/>
              </a:ext>
            </a:extLst>
          </p:cNvPr>
          <p:cNvSpPr txBox="1"/>
          <p:nvPr userDrawn="1">
            <p:custDataLst>
              <p:tags r:id="rId60"/>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dirty="0">
                <a:solidFill>
                  <a:schemeClr val="bg1">
                    <a:lumMod val="65000"/>
                  </a:schemeClr>
                </a:solidFill>
                <a:latin typeface="+mn-lt"/>
                <a:ea typeface="+mn-ea"/>
                <a:cs typeface="+mn-cs"/>
              </a:rPr>
              <a:t>Document Classification: KPMG Confidential</a:t>
            </a:r>
          </a:p>
        </p:txBody>
      </p:sp>
      <p:sp>
        <p:nvSpPr>
          <p:cNvPr id="29" name="Shape 8">
            <a:extLs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dirty="0">
              <a:solidFill>
                <a:schemeClr val="accent2"/>
              </a:solidFill>
              <a:latin typeface="+mn-lt"/>
              <a:ea typeface="Arial"/>
              <a:cs typeface="Arial" panose="020B0604020202020204" pitchFamily="34" charset="0"/>
            </a:endParaRPr>
          </a:p>
        </p:txBody>
      </p:sp>
      <p:cxnSp>
        <p:nvCxnSpPr>
          <p:cNvPr id="17" name="Straight Connector 16">
            <a:extLst>
              <a:ext uri="{FF2B5EF4-FFF2-40B4-BE49-F238E27FC236}">
                <a16:creationId xmlns:a16="http://schemas.microsoft.com/office/drawing/2014/main" id="{F024B3B3-3138-44BB-8DDD-6BDCEF24DEDC}"/>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Graphic 8">
            <a:extLst>
              <a:ext uri="{FF2B5EF4-FFF2-40B4-BE49-F238E27FC236}">
                <a16:creationId xmlns:a16="http://schemas.microsoft.com/office/drawing/2014/main" id="{9AC77B96-D96C-4FA2-858B-DEE0A3A7B7B6}"/>
              </a:ext>
              <a:ext uri="{C183D7F6-B498-43B3-948B-1728B52AA6E4}">
                <adec:decorative xmlns:adec="http://schemas.microsoft.com/office/drawing/2017/decorative" val="1"/>
              </a:ext>
            </a:extLst>
          </p:cNvPr>
          <p:cNvSpPr/>
          <p:nvPr/>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8" name="TextBox 7">
            <a:extLst>
              <a:ext uri="{C183D7F6-B498-43B3-948B-1728B52AA6E4}">
                <adec:decorative xmlns:adec="http://schemas.microsoft.com/office/drawing/2017/decorative" val="0"/>
              </a:ext>
            </a:extLst>
          </p:cNvPr>
          <p:cNvSpPr txBox="1"/>
          <p:nvPr userDrawn="1">
            <p:custDataLst>
              <p:tags r:id="rId61"/>
            </p:custDataLst>
          </p:nvPr>
        </p:nvSpPr>
        <p:spPr>
          <a:xfrm>
            <a:off x="1885685" y="6266997"/>
            <a:ext cx="4623066" cy="184666"/>
          </a:xfrm>
          <a:prstGeom prst="rect">
            <a:avLst/>
          </a:prstGeom>
          <a:noFill/>
        </p:spPr>
        <p:txBody>
          <a:bodyPr wrap="square" lIns="0" tIns="0" rIns="0" bIns="0" rtlCol="0">
            <a:spAutoFit/>
          </a:bodyPr>
          <a:lstStyle/>
          <a:p>
            <a:r>
              <a:rPr lang="en-US" sz="600" kern="1200" dirty="0">
                <a:solidFill>
                  <a:schemeClr val="bg1">
                    <a:lumMod val="65000"/>
                  </a:schemeClr>
                </a:solidFill>
                <a:effectLst/>
                <a:latin typeface="+mn-lt"/>
                <a:ea typeface="+mn-ea"/>
                <a:cs typeface="+mn-cs"/>
              </a:rPr>
              <a:t>© 2026 KPMG ME, a member firm of the KPMG global organization of independent member firms affiliated with KPMG International Limited, a private English company limited by guarantee. All rights reserved.</a:t>
            </a: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703" r:id="rId1"/>
    <p:sldLayoutId id="2147483783" r:id="rId2"/>
    <p:sldLayoutId id="2147483749" r:id="rId3"/>
    <p:sldLayoutId id="2147483750" r:id="rId4"/>
    <p:sldLayoutId id="2147483767" r:id="rId5"/>
    <p:sldLayoutId id="2147483768" r:id="rId6"/>
    <p:sldLayoutId id="2147483765" r:id="rId7"/>
    <p:sldLayoutId id="2147483809" r:id="rId8"/>
    <p:sldLayoutId id="2147483766" r:id="rId9"/>
    <p:sldLayoutId id="2147483666" r:id="rId10"/>
    <p:sldLayoutId id="2147483712" r:id="rId11"/>
    <p:sldLayoutId id="2147483785" r:id="rId12"/>
    <p:sldLayoutId id="2147483784" r:id="rId13"/>
    <p:sldLayoutId id="2147483664" r:id="rId14"/>
    <p:sldLayoutId id="2147483769" r:id="rId15"/>
    <p:sldLayoutId id="2147483770" r:id="rId16"/>
    <p:sldLayoutId id="2147483714" r:id="rId17"/>
    <p:sldLayoutId id="2147483689" r:id="rId18"/>
    <p:sldLayoutId id="2147483835" r:id="rId19"/>
    <p:sldLayoutId id="2147483716" r:id="rId20"/>
    <p:sldLayoutId id="2147483820" r:id="rId21"/>
    <p:sldLayoutId id="2147483690" r:id="rId22"/>
    <p:sldLayoutId id="2147483692" r:id="rId23"/>
    <p:sldLayoutId id="2147483691" r:id="rId24"/>
    <p:sldLayoutId id="2147483693" r:id="rId25"/>
    <p:sldLayoutId id="2147483819" r:id="rId26"/>
    <p:sldLayoutId id="2147483808" r:id="rId27"/>
    <p:sldLayoutId id="2147483821" r:id="rId28"/>
    <p:sldLayoutId id="2147483701" r:id="rId29"/>
    <p:sldLayoutId id="2147483771" r:id="rId30"/>
    <p:sldLayoutId id="2147483752" r:id="rId31"/>
    <p:sldLayoutId id="2147483824" r:id="rId32"/>
    <p:sldLayoutId id="2147483825" r:id="rId33"/>
    <p:sldLayoutId id="2147483697" r:id="rId34"/>
    <p:sldLayoutId id="2147483772" r:id="rId35"/>
    <p:sldLayoutId id="2147483754" r:id="rId36"/>
    <p:sldLayoutId id="2147483699" r:id="rId37"/>
    <p:sldLayoutId id="2147483700" r:id="rId38"/>
    <p:sldLayoutId id="2147483722" r:id="rId39"/>
    <p:sldLayoutId id="2147483682" r:id="rId40"/>
    <p:sldLayoutId id="2147483787" r:id="rId41"/>
    <p:sldLayoutId id="2147483746" r:id="rId42"/>
    <p:sldLayoutId id="2147483788" r:id="rId43"/>
    <p:sldLayoutId id="2147483800" r:id="rId44"/>
    <p:sldLayoutId id="2147483804" r:id="rId45"/>
    <p:sldLayoutId id="2147483806" r:id="rId46"/>
    <p:sldLayoutId id="2147483814" r:id="rId47"/>
    <p:sldLayoutId id="2147483817" r:id="rId48"/>
    <p:sldLayoutId id="2147483816" r:id="rId49"/>
    <p:sldLayoutId id="2147483815" r:id="rId50"/>
    <p:sldLayoutId id="2147483818" r:id="rId51"/>
    <p:sldLayoutId id="2147483830" r:id="rId52"/>
    <p:sldLayoutId id="2147483831" r:id="rId53"/>
    <p:sldLayoutId id="2147483827" r:id="rId54"/>
    <p:sldLayoutId id="2147483836" r:id="rId55"/>
    <p:sldLayoutId id="2147483837" r:id="rId56"/>
    <p:sldLayoutId id="2147483807" r:id="rId57"/>
    <p:sldLayoutId id="2147483773" r:id="rId58"/>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27" userDrawn="1">
          <p15:clr>
            <a:srgbClr val="F26B43"/>
          </p15:clr>
        </p15:guide>
        <p15:guide id="3" pos="7055" userDrawn="1">
          <p15:clr>
            <a:srgbClr val="F26B43"/>
          </p15:clr>
        </p15:guide>
        <p15:guide id="4" orient="horz" pos="838" userDrawn="1">
          <p15:clr>
            <a:srgbClr val="F26B43"/>
          </p15:clr>
        </p15:guide>
        <p15:guide id="5" orient="horz" pos="612" userDrawn="1">
          <p15:clr>
            <a:srgbClr val="F26B43"/>
          </p15:clr>
        </p15:guide>
        <p15:guide id="6" orient="horz" pos="27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57.xml"/><Relationship Id="rId1" Type="http://schemas.openxmlformats.org/officeDocument/2006/relationships/tags" Target="../tags/tag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1"/>
          <p:cNvSpPr>
            <a:spLocks noGrp="1"/>
          </p:cNvSpPr>
          <p:nvPr>
            <p:ph type="body" sz="quarter" idx="10"/>
            <p:custDataLst>
              <p:tags r:id="rId1"/>
            </p:custDataLst>
          </p:nvPr>
        </p:nvSpPr>
        <p:spPr>
          <a:xfrm>
            <a:off x="989012" y="3702050"/>
            <a:ext cx="6660000" cy="1843088"/>
          </a:xfrm>
        </p:spPr>
        <p:txBody>
          <a:bodyPr/>
          <a:lstStyle/>
          <a:p>
            <a:r>
              <a:rPr lang="en-GB" dirty="0"/>
              <a:t>The information contained herein is of a general nature and is not intended to address the circumstances of any particular individual or entity. Although we </a:t>
            </a:r>
            <a:r>
              <a:rPr lang="en-GB" dirty="0" err="1"/>
              <a:t>endeavor</a:t>
            </a:r>
            <a:r>
              <a:rPr lang="en-GB" dirty="0"/>
              <a:t>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r>
              <a:rPr lang="en-US" noProof="0" dirty="0"/>
              <a:t>© 2025 Copyright owned by one or more of the KPMG International entities. KPMG International entities provide no services to clients.  All rights reserved.</a:t>
            </a:r>
          </a:p>
          <a:p>
            <a:r>
              <a:rPr lang="en-US" dirty="0"/>
              <a:t>The KPMG name and logo are trademarks used under license by the independent member firms of the KPMG global organization.</a:t>
            </a:r>
            <a:endParaRPr lang="en-US" noProof="0" dirty="0"/>
          </a:p>
          <a:p>
            <a:endParaRPr lang="en-US" noProof="0" dirty="0"/>
          </a:p>
          <a:p>
            <a:endParaRPr lang="en-GB" dirty="0"/>
          </a:p>
        </p:txBody>
      </p:sp>
      <p:sp>
        <p:nvSpPr>
          <p:cNvPr id="3" name="Text Placeholder 2">
            <a:extLst>
              <a:ext uri="{FF2B5EF4-FFF2-40B4-BE49-F238E27FC236}">
                <a16:creationId xmlns:a16="http://schemas.microsoft.com/office/drawing/2014/main" id="{F6EEA471-6A52-47BC-8B3C-F5BB3B547B3B}"/>
              </a:ext>
            </a:extLst>
          </p:cNvPr>
          <p:cNvSpPr>
            <a:spLocks noGrp="1"/>
          </p:cNvSpPr>
          <p:nvPr>
            <p:ph type="body" sz="quarter" idx="14"/>
          </p:nvPr>
        </p:nvSpPr>
        <p:spPr/>
        <p:txBody>
          <a:bodyPr/>
          <a:lstStyle/>
          <a:p>
            <a:r>
              <a:rPr lang="en-GB" dirty="0"/>
              <a:t>kpmg.com/</a:t>
            </a:r>
            <a:r>
              <a:rPr lang="en-GB" dirty="0" err="1"/>
              <a:t>socialmedia</a:t>
            </a:r>
            <a:endParaRPr lang="en-GB" dirty="0">
              <a:hlinkClick r:id="" action="ppaction://noaction"/>
            </a:endParaRPr>
          </a:p>
          <a:p>
            <a:endParaRPr lang="en-GB" dirty="0">
              <a:hlinkClick r:id="" action="ppaction://noaction"/>
            </a:endParaRPr>
          </a:p>
        </p:txBody>
      </p:sp>
      <p:sp>
        <p:nvSpPr>
          <p:cNvPr id="4" name="Text Placeholder 39">
            <a:extLst>
              <a:ext uri="{FF2B5EF4-FFF2-40B4-BE49-F238E27FC236}">
                <a16:creationId xmlns:a16="http://schemas.microsoft.com/office/drawing/2014/main" id="{90960A18-A1B2-4883-B353-C366E4041B44}"/>
              </a:ext>
            </a:extLst>
          </p:cNvPr>
          <p:cNvSpPr txBox="1">
            <a:spLocks/>
          </p:cNvSpPr>
          <p:nvPr/>
        </p:nvSpPr>
        <p:spPr>
          <a:xfrm>
            <a:off x="989012" y="1330325"/>
            <a:ext cx="7927066" cy="389255"/>
          </a:xfrm>
          <a:prstGeom prst="rect">
            <a:avLst/>
          </a:prstGeom>
        </p:spPr>
        <p:txBody>
          <a:bodyPr vert="horz" wrap="square" lIns="0" tIns="0" rIns="0" bIns="0" rtlCol="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a:spcBef>
                <a:spcPts val="0"/>
              </a:spcBef>
              <a:spcAft>
                <a:spcPts val="0"/>
              </a:spcAft>
            </a:pPr>
            <a:r>
              <a:rPr lang="en-US" sz="1200" kern="1200" dirty="0">
                <a:solidFill>
                  <a:schemeClr val="bg1"/>
                </a:solidFill>
                <a:effectLst/>
                <a:latin typeface="Arial" panose="020B0604020202020204" pitchFamily="34" charset="0"/>
                <a:ea typeface="Times New Roman" panose="02020603050405020304" pitchFamily="18" charset="0"/>
                <a:cs typeface="Cordia New"/>
              </a:rPr>
              <a:t>Some or all of the services described herein may not be permissible for KPMG audit clients and their affiliates or related entities.</a:t>
            </a:r>
            <a:endParaRPr lang="en-US" sz="1200" dirty="0">
              <a:solidFill>
                <a:schemeClr val="bg1"/>
              </a:solidFill>
              <a:effectLst/>
              <a:latin typeface="Arial" panose="020B0604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5653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0538EC-D148-4ACB-87AF-F1F98FEEC573}"/>
              </a:ext>
            </a:extLst>
          </p:cNvPr>
          <p:cNvSpPr>
            <a:spLocks noGrp="1"/>
          </p:cNvSpPr>
          <p:nvPr>
            <p:ph type="title"/>
          </p:nvPr>
        </p:nvSpPr>
        <p:spPr/>
        <p:txBody>
          <a:bodyPr/>
          <a:lstStyle/>
          <a:p>
            <a:r>
              <a:rPr lang="en-GB"/>
              <a:t>Colour </a:t>
            </a:r>
            <a:r>
              <a:rPr lang="en-GB" dirty="0"/>
              <a:t>usage </a:t>
            </a:r>
          </a:p>
        </p:txBody>
      </p:sp>
    </p:spTree>
    <p:extLst>
      <p:ext uri="{BB962C8B-B14F-4D97-AF65-F5344CB8AC3E}">
        <p14:creationId xmlns:p14="http://schemas.microsoft.com/office/powerpoint/2010/main" val="41757711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6.0"/>
  <p:tag name="TYPE" val="ScreenWide"/>
  <p:tag name="KEYWORD" val="SCREENWIDE"/>
  <p:tag name="TEMPLATEVERSION" val="26/05/2022 11:01:00"/>
</p:tagLst>
</file>

<file path=ppt/tags/tag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xml><?xml version="1.0" encoding="utf-8"?>
<p:tagLst xmlns:a="http://schemas.openxmlformats.org/drawingml/2006/main" xmlns:r="http://schemas.openxmlformats.org/officeDocument/2006/relationships" xmlns:p="http://schemas.openxmlformats.org/presentationml/2006/main">
  <p:tag name="ADV_TOP" val="493.4643"/>
  <p:tag name="ADV_LEFT" val="148.4791"/>
  <p:tag name="ADV_HEIGHT" val="14.54063"/>
  <p:tag name="ADV_WIDTH" val="364.0209"/>
  <p:tag name="ADV_COPYRIGHT" val="TRUE"/>
</p:tagLst>
</file>

<file path=ppt/tags/tag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xml><?xml version="1.0" encoding="utf-8"?>
<p:tagLst xmlns:a="http://schemas.openxmlformats.org/drawingml/2006/main" xmlns:r="http://schemas.openxmlformats.org/officeDocument/2006/relationships" xmlns:p="http://schemas.openxmlformats.org/presentationml/2006/main">
  <p:tag name="ADV_COPYRIGHT" val="TRUE"/>
</p:tagLst>
</file>

<file path=ppt/tags/tag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xml><?xml version="1.0" encoding="utf-8"?>
<p:tagLst xmlns:a="http://schemas.openxmlformats.org/drawingml/2006/main" xmlns:r="http://schemas.openxmlformats.org/officeDocument/2006/relationships" xmlns:p="http://schemas.openxmlformats.org/presentationml/2006/main">
  <p:tag name="ADV_COPYRIGHT" val="TRUE"/>
</p:tagLst>
</file>

<file path=ppt/tags/tag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9.xml><?xml version="1.0" encoding="utf-8"?>
<p:tagLst xmlns:a="http://schemas.openxmlformats.org/drawingml/2006/main" xmlns:r="http://schemas.openxmlformats.org/officeDocument/2006/relationships" xmlns:p="http://schemas.openxmlformats.org/presentationml/2006/main">
  <p:tag name="ADV_COPYRIGHT" val="TRUE"/>
</p:tagLst>
</file>

<file path=ppt/tags/tag1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1.xml><?xml version="1.0" encoding="utf-8"?>
<p:tagLst xmlns:a="http://schemas.openxmlformats.org/drawingml/2006/main" xmlns:r="http://schemas.openxmlformats.org/officeDocument/2006/relationships" xmlns:p="http://schemas.openxmlformats.org/presentationml/2006/main">
  <p:tag name="ADV_COPYRIGHT" val="TRUE"/>
</p:tagLst>
</file>

<file path=ppt/tags/tag1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3.xml><?xml version="1.0" encoding="utf-8"?>
<p:tagLst xmlns:a="http://schemas.openxmlformats.org/drawingml/2006/main" xmlns:r="http://schemas.openxmlformats.org/officeDocument/2006/relationships" xmlns:p="http://schemas.openxmlformats.org/presentationml/2006/main">
  <p:tag name="ADV_COPYRIGHT" val="TRUE"/>
</p:tagLst>
</file>

<file path=ppt/tags/tag1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5.xml><?xml version="1.0" encoding="utf-8"?>
<p:tagLst xmlns:a="http://schemas.openxmlformats.org/drawingml/2006/main" xmlns:r="http://schemas.openxmlformats.org/officeDocument/2006/relationships" xmlns:p="http://schemas.openxmlformats.org/presentationml/2006/main">
  <p:tag name="ADV_COPYRIGHT" val="TRUE"/>
</p:tagLst>
</file>

<file path=ppt/tags/tag1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7.xml><?xml version="1.0" encoding="utf-8"?>
<p:tagLst xmlns:a="http://schemas.openxmlformats.org/drawingml/2006/main" xmlns:r="http://schemas.openxmlformats.org/officeDocument/2006/relationships" xmlns:p="http://schemas.openxmlformats.org/presentationml/2006/main">
  <p:tag name="ADV_COPYRIGHT" val="TRUE"/>
</p:tagLst>
</file>

<file path=ppt/tags/tag1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9.xml><?xml version="1.0" encoding="utf-8"?>
<p:tagLst xmlns:a="http://schemas.openxmlformats.org/drawingml/2006/main" xmlns:r="http://schemas.openxmlformats.org/officeDocument/2006/relationships" xmlns:p="http://schemas.openxmlformats.org/presentationml/2006/main">
  <p:tag name="ADV_COPYRIGHT" val="TRUE"/>
</p:tagLst>
</file>

<file path=ppt/tags/tag2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1.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3.xml><?xml version="1.0" encoding="utf-8"?>
<p:tagLst xmlns:a="http://schemas.openxmlformats.org/drawingml/2006/main" xmlns:r="http://schemas.openxmlformats.org/officeDocument/2006/relationships" xmlns:p="http://schemas.openxmlformats.org/presentationml/2006/main">
  <p:tag name="COPYRIGHT1" val="TRUE"/>
</p:tagLst>
</file>

<file path=ppt/theme/theme1.xml><?xml version="1.0" encoding="utf-8"?>
<a:theme xmlns:a="http://schemas.openxmlformats.org/drawingml/2006/main" name="KPMG Widescreen [16:9] Feb 2022">
  <a:themeElements>
    <a:clrScheme name="KPMG_MAR">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Pacific Blue">
      <a:srgbClr val="00B8F5"/>
    </a:custClr>
    <a:custClr name="Cobalt Blue">
      <a:srgbClr val="1E49E2"/>
    </a:custClr>
    <a:custClr name="Blue">
      <a:srgbClr val="76D2FF"/>
    </a:custClr>
    <a:custClr name="Purple">
      <a:srgbClr val="7213EA"/>
    </a:custClr>
    <a:custClr name="Light Purple">
      <a:srgbClr val="B497FF"/>
    </a:custClr>
    <a:custClr name="Dark Green">
      <a:srgbClr val="098E7E"/>
    </a:custClr>
    <a:custClr name="Green">
      <a:srgbClr val="00C0AE"/>
    </a:custClr>
    <a:custClr name="Dark Pink">
      <a:srgbClr val="AB0D82"/>
    </a:custClr>
    <a:custClr name="Pink">
      <a:srgbClr val="FD349C"/>
    </a:custClr>
    <a:custClr name="Light Pink">
      <a:srgbClr val="FFA3DA"/>
    </a:custClr>
    <a:custClr name="Grey 2">
      <a:srgbClr val="666666"/>
    </a:custClr>
    <a:custClr name="Dark Purple">
      <a:srgbClr val="510DBC"/>
    </a:custClr>
  </a:custClrLst>
  <a:extLst>
    <a:ext uri="{05A4C25C-085E-4340-85A3-A5531E510DB2}">
      <thm15:themeFamily xmlns:thm15="http://schemas.microsoft.com/office/thememl/2012/main" name="KPMG Widescreen Standard Template.potx" id="{02BCC08B-6D57-4BFF-84D3-9D2F62ED21BD}" vid="{D2576FC9-12C1-4252-8648-055A072AD10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C5C48119A7F37449408BD24222C31C7" ma:contentTypeVersion="12" ma:contentTypeDescription="Create a new document." ma:contentTypeScope="" ma:versionID="b6758bf3dc87168e3e3900c602dacbe7">
  <xsd:schema xmlns:xsd="http://www.w3.org/2001/XMLSchema" xmlns:xs="http://www.w3.org/2001/XMLSchema" xmlns:p="http://schemas.microsoft.com/office/2006/metadata/properties" xmlns:ns2="62cd7a05-7a4f-49f3-a2bf-1375f71cb91f" xmlns:ns3="4243d5be-521d-4052-81ca-f0f31ea6f2da" targetNamespace="http://schemas.microsoft.com/office/2006/metadata/properties" ma:root="true" ma:fieldsID="82f5f137994f9b3469b1d1a6ca0c1e58" ns2:_="" ns3:_="">
    <xsd:import namespace="62cd7a05-7a4f-49f3-a2bf-1375f71cb91f"/>
    <xsd:import namespace="4243d5be-521d-4052-81ca-f0f31ea6f2d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cd7a05-7a4f-49f3-a2bf-1375f71cb9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243d5be-521d-4052-81ca-f0f31ea6f2d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40b60f0-531c-423c-ad6a-cbcf7560a59e}" ma:internalName="TaxCatchAll" ma:showField="CatchAllData" ma:web="d5125698-7de9-4f0d-a708-129bb19d177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4243d5be-521d-4052-81ca-f0f31ea6f2da" xsi:nil="true"/>
    <lcf76f155ced4ddcb4097134ff3c332f xmlns="62cd7a05-7a4f-49f3-a2bf-1375f71cb91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F3BBC75-9FB4-4F01-8DF8-A4E7598248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2cd7a05-7a4f-49f3-a2bf-1375f71cb91f"/>
    <ds:schemaRef ds:uri="4243d5be-521d-4052-81ca-f0f31ea6f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9FDE4A8-0000-4320-A2C8-646E73A7B034}">
  <ds:schemaRefs>
    <ds:schemaRef ds:uri="http://schemas.microsoft.com/sharepoint/v3/contenttype/forms"/>
  </ds:schemaRefs>
</ds:datastoreItem>
</file>

<file path=customXml/itemProps3.xml><?xml version="1.0" encoding="utf-8"?>
<ds:datastoreItem xmlns:ds="http://schemas.openxmlformats.org/officeDocument/2006/customXml" ds:itemID="{3D13FE46-EC07-410F-B649-1ECA90204119}">
  <ds:schemaRefs>
    <ds:schemaRef ds:uri="http://schemas.microsoft.com/office/2006/documentManagement/types"/>
    <ds:schemaRef ds:uri="http://purl.org/dc/elements/1.1/"/>
    <ds:schemaRef ds:uri="62cd7a05-7a4f-49f3-a2bf-1375f71cb91f"/>
    <ds:schemaRef ds:uri="4243d5be-521d-4052-81ca-f0f31ea6f2da"/>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 ds:uri="http://purl.org/dc/dcmitype/"/>
    <ds:schemaRef ds:uri="http://purl.org/dc/terms/"/>
  </ds:schemaRefs>
</ds:datastoreItem>
</file>

<file path=docMetadata/LabelInfo.xml><?xml version="1.0" encoding="utf-8"?>
<clbl:labelList xmlns:clbl="http://schemas.microsoft.com/office/2020/mipLabelMetadata">
  <clbl:label id="{deff24bb-2089-4400-8c8e-f71e680378b2}" enabled="0" method="" siteId="{deff24bb-2089-4400-8c8e-f71e680378b2}" removed="1"/>
</clbl:labelList>
</file>

<file path=docProps/app.xml><?xml version="1.0" encoding="utf-8"?>
<Properties xmlns="http://schemas.openxmlformats.org/officeDocument/2006/extended-properties" xmlns:vt="http://schemas.openxmlformats.org/officeDocument/2006/docPropsVTypes">
  <Template>KPMG Widescreen Standard Template</Template>
  <TotalTime>1578</TotalTime>
  <Words>161</Words>
  <Application>Microsoft Office PowerPoint</Application>
  <PresentationFormat>Widescreen</PresentationFormat>
  <Paragraphs>6</Paragraphs>
  <Slides>2</Slides>
  <Notes>0</Notes>
  <HiddenSlides>1</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KPMG Bold</vt:lpstr>
      <vt:lpstr>KPMG Widescreen [16:9] Feb 2022</vt:lpstr>
      <vt:lpstr>PowerPoint Presentation</vt:lpstr>
      <vt:lpstr>Colour usage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Supplemental  Slides</dc:title>
  <dc:creator>Poole, Mike</dc:creator>
  <cp:lastModifiedBy>Mynarik, Paul</cp:lastModifiedBy>
  <cp:revision>11</cp:revision>
  <dcterms:created xsi:type="dcterms:W3CDTF">2022-08-25T09:06:52Z</dcterms:created>
  <dcterms:modified xsi:type="dcterms:W3CDTF">2026-06-12T09:42:09Z</dcterms:modified>
  <cp:category>KPMG Public</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0x0101004C5C48119A7F37449408BD24222C31C7</vt:lpwstr>
  </property>
  <property fmtid="{D5CDD505-2E9C-101B-9397-08002B2CF9AE}" pid="3" name="MediaServiceImageTags">
    <vt:lpwstr/>
  </property>
</Properties>
</file>